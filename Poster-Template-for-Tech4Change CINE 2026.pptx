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20104100" cy="12065000"/>
  <p:notesSz cx="20104100" cy="12065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1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91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740150"/>
            <a:ext cx="17088486" cy="2533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756400"/>
            <a:ext cx="14072870" cy="3016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774950"/>
            <a:ext cx="8745284" cy="796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774950"/>
            <a:ext cx="8745284" cy="796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402715"/>
          </a:xfrm>
          <a:custGeom>
            <a:avLst/>
            <a:gdLst/>
            <a:ahLst/>
            <a:cxnLst/>
            <a:rect l="l" t="t" r="r" b="b"/>
            <a:pathLst>
              <a:path w="20104100" h="1402715">
                <a:moveTo>
                  <a:pt x="20104099" y="0"/>
                </a:moveTo>
                <a:lnTo>
                  <a:pt x="0" y="0"/>
                </a:lnTo>
                <a:lnTo>
                  <a:pt x="0" y="1402297"/>
                </a:lnTo>
                <a:lnTo>
                  <a:pt x="20104099" y="1402297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3E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86234" y="192421"/>
            <a:ext cx="7931784" cy="462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774950"/>
            <a:ext cx="18093690" cy="796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1220450"/>
            <a:ext cx="6433312" cy="603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1220450"/>
            <a:ext cx="4623943" cy="603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1220450"/>
            <a:ext cx="4623943" cy="603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hyperlink" Target="mailto:alyssa.p.hacker@exampl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bject 74"/>
          <p:cNvSpPr/>
          <p:nvPr/>
        </p:nvSpPr>
        <p:spPr>
          <a:xfrm>
            <a:off x="-5715" y="-6985"/>
            <a:ext cx="20104100" cy="1456690"/>
          </a:xfrm>
          <a:custGeom>
            <a:avLst/>
            <a:gdLst/>
            <a:ahLst/>
            <a:cxnLst/>
            <a:rect l="l" t="t" r="r" b="b"/>
            <a:pathLst>
              <a:path w="20104100" h="370204">
                <a:moveTo>
                  <a:pt x="20104099" y="0"/>
                </a:moveTo>
                <a:lnTo>
                  <a:pt x="0" y="0"/>
                </a:lnTo>
                <a:lnTo>
                  <a:pt x="0" y="370051"/>
                </a:lnTo>
                <a:lnTo>
                  <a:pt x="20104099" y="370051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86234" y="192421"/>
            <a:ext cx="7931784" cy="462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175" dirty="0"/>
              <a:t>Some</a:t>
            </a:r>
            <a:r>
              <a:rPr spc="-229" dirty="0"/>
              <a:t> </a:t>
            </a:r>
            <a:r>
              <a:rPr spc="65" dirty="0"/>
              <a:t>fancy</a:t>
            </a:r>
            <a:r>
              <a:rPr spc="-250" dirty="0"/>
              <a:t> </a:t>
            </a:r>
            <a:r>
              <a:rPr spc="-30" dirty="0"/>
              <a:t>title:</a:t>
            </a:r>
            <a:r>
              <a:rPr spc="30" dirty="0"/>
              <a:t> </a:t>
            </a:r>
            <a:r>
              <a:rPr spc="75" dirty="0"/>
              <a:t>followed</a:t>
            </a:r>
            <a:r>
              <a:rPr spc="-190" dirty="0"/>
              <a:t> </a:t>
            </a:r>
            <a:r>
              <a:rPr spc="70" dirty="0"/>
              <a:t>by</a:t>
            </a:r>
            <a:r>
              <a:rPr spc="-250" dirty="0"/>
              <a:t> </a:t>
            </a:r>
            <a:r>
              <a:rPr spc="155" dirty="0"/>
              <a:t>some</a:t>
            </a:r>
            <a:r>
              <a:rPr spc="-190" dirty="0"/>
              <a:t> </a:t>
            </a:r>
            <a:r>
              <a:rPr spc="50" dirty="0"/>
              <a:t>more</a:t>
            </a:r>
            <a:r>
              <a:rPr spc="-185" dirty="0"/>
              <a:t> </a:t>
            </a:r>
            <a:r>
              <a:rPr spc="-20" dirty="0"/>
              <a:t>text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7395098" y="565585"/>
            <a:ext cx="5311140" cy="69342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20"/>
              </a:spcBef>
              <a:tabLst>
                <a:tab pos="1960880" algn="l"/>
                <a:tab pos="3674745" algn="l"/>
              </a:tabLst>
            </a:pPr>
            <a:r>
              <a:rPr sz="1650" spc="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Alyssa</a:t>
            </a:r>
            <a:r>
              <a:rPr sz="1650" spc="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50" spc="-1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P.</a:t>
            </a:r>
            <a:r>
              <a:rPr sz="1650" spc="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Hacker</a:t>
            </a:r>
            <a:r>
              <a:rPr sz="1650" spc="-1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25" spc="-75" baseline="29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r>
              <a:rPr sz="1725" baseline="29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1650" spc="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Ben</a:t>
            </a:r>
            <a:r>
              <a:rPr sz="165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Bitdiddle</a:t>
            </a:r>
            <a:r>
              <a:rPr sz="165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25" spc="-75" baseline="29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r>
              <a:rPr sz="1725" baseline="29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1650" spc="9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Lem</a:t>
            </a:r>
            <a:r>
              <a:rPr sz="1650" spc="-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50" spc="-8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E.</a:t>
            </a:r>
            <a:r>
              <a:rPr sz="1650" spc="-11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Tweakit</a:t>
            </a:r>
            <a:r>
              <a:rPr sz="1650" spc="-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725" spc="-75" baseline="29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1725" baseline="29000">
              <a:latin typeface="Trebuchet MS" panose="020B0603020202020204"/>
              <a:cs typeface="Trebuchet MS" panose="020B0603020202020204"/>
            </a:endParaRPr>
          </a:p>
          <a:p>
            <a:pPr marL="2540" algn="ctr">
              <a:lnSpc>
                <a:spcPct val="100000"/>
              </a:lnSpc>
              <a:spcBef>
                <a:spcPts val="775"/>
              </a:spcBef>
              <a:tabLst>
                <a:tab pos="1365250" algn="l"/>
              </a:tabLst>
            </a:pPr>
            <a:r>
              <a:rPr sz="1425" spc="89" baseline="23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r>
              <a:rPr sz="1150" spc="6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Some</a:t>
            </a:r>
            <a:r>
              <a:rPr sz="1150" spc="-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Institute</a:t>
            </a:r>
            <a:r>
              <a:rPr sz="11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1425" baseline="230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r>
              <a:rPr sz="11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Another</a:t>
            </a:r>
            <a:r>
              <a:rPr sz="1150" spc="11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Institute</a:t>
            </a:r>
            <a:endParaRPr sz="11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00986" y="1647676"/>
            <a:ext cx="103505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7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1350" b="1" spc="-12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6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block</a:t>
            </a:r>
            <a:r>
              <a:rPr sz="1350" b="1" spc="-7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-2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title</a:t>
            </a:r>
            <a:endParaRPr sz="13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2558" y="1936593"/>
            <a:ext cx="6031865" cy="0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4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9858" y="1998669"/>
            <a:ext cx="491490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latin typeface="Tahoma" panose="020B0604030504040204"/>
                <a:cs typeface="Tahoma" panose="020B0604030504040204"/>
              </a:rPr>
              <a:t>Some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block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contents,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followed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by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a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diagram,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followed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by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a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dummy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paragraph.</a:t>
            </a:r>
            <a:endParaRPr sz="115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11806" y="2316792"/>
            <a:ext cx="2012950" cy="2012950"/>
            <a:chOff x="2511806" y="2316792"/>
            <a:chExt cx="2012950" cy="2012950"/>
          </a:xfrm>
        </p:grpSpPr>
        <p:sp>
          <p:nvSpPr>
            <p:cNvPr id="11" name="object 11"/>
            <p:cNvSpPr/>
            <p:nvPr/>
          </p:nvSpPr>
          <p:spPr>
            <a:xfrm>
              <a:off x="2512984" y="2317970"/>
              <a:ext cx="2011045" cy="2011045"/>
            </a:xfrm>
            <a:custGeom>
              <a:avLst/>
              <a:gdLst/>
              <a:ahLst/>
              <a:cxnLst/>
              <a:rect l="l" t="t" r="r" b="b"/>
              <a:pathLst>
                <a:path w="2011045" h="2011045">
                  <a:moveTo>
                    <a:pt x="0" y="2010433"/>
                  </a:moveTo>
                  <a:lnTo>
                    <a:pt x="2010434" y="2010433"/>
                  </a:lnTo>
                </a:path>
                <a:path w="2011045" h="2011045">
                  <a:moveTo>
                    <a:pt x="0" y="1759129"/>
                  </a:moveTo>
                  <a:lnTo>
                    <a:pt x="2010434" y="1759129"/>
                  </a:lnTo>
                </a:path>
                <a:path w="2011045" h="2011045">
                  <a:moveTo>
                    <a:pt x="0" y="1507825"/>
                  </a:moveTo>
                  <a:lnTo>
                    <a:pt x="2010434" y="1507825"/>
                  </a:lnTo>
                </a:path>
                <a:path w="2011045" h="2011045">
                  <a:moveTo>
                    <a:pt x="0" y="1256521"/>
                  </a:moveTo>
                  <a:lnTo>
                    <a:pt x="2010434" y="1256521"/>
                  </a:lnTo>
                </a:path>
                <a:path w="2011045" h="2011045">
                  <a:moveTo>
                    <a:pt x="0" y="1005217"/>
                  </a:moveTo>
                  <a:lnTo>
                    <a:pt x="2010434" y="1005217"/>
                  </a:lnTo>
                </a:path>
                <a:path w="2011045" h="2011045">
                  <a:moveTo>
                    <a:pt x="0" y="753913"/>
                  </a:moveTo>
                  <a:lnTo>
                    <a:pt x="2010434" y="753913"/>
                  </a:lnTo>
                </a:path>
                <a:path w="2011045" h="2011045">
                  <a:moveTo>
                    <a:pt x="0" y="502609"/>
                  </a:moveTo>
                  <a:lnTo>
                    <a:pt x="2010434" y="502609"/>
                  </a:lnTo>
                </a:path>
                <a:path w="2011045" h="2011045">
                  <a:moveTo>
                    <a:pt x="0" y="251305"/>
                  </a:moveTo>
                  <a:lnTo>
                    <a:pt x="2010434" y="251305"/>
                  </a:lnTo>
                </a:path>
                <a:path w="2011045" h="2011045">
                  <a:moveTo>
                    <a:pt x="0" y="1"/>
                  </a:moveTo>
                  <a:lnTo>
                    <a:pt x="2010434" y="1"/>
                  </a:lnTo>
                </a:path>
                <a:path w="2011045" h="2011045">
                  <a:moveTo>
                    <a:pt x="1" y="2010434"/>
                  </a:moveTo>
                  <a:lnTo>
                    <a:pt x="1" y="0"/>
                  </a:lnTo>
                </a:path>
                <a:path w="2011045" h="2011045">
                  <a:moveTo>
                    <a:pt x="251305" y="2010434"/>
                  </a:moveTo>
                  <a:lnTo>
                    <a:pt x="251305" y="0"/>
                  </a:lnTo>
                </a:path>
                <a:path w="2011045" h="2011045">
                  <a:moveTo>
                    <a:pt x="502609" y="2010434"/>
                  </a:moveTo>
                  <a:lnTo>
                    <a:pt x="502609" y="0"/>
                  </a:lnTo>
                </a:path>
                <a:path w="2011045" h="2011045">
                  <a:moveTo>
                    <a:pt x="753913" y="2010434"/>
                  </a:moveTo>
                  <a:lnTo>
                    <a:pt x="753913" y="0"/>
                  </a:lnTo>
                </a:path>
                <a:path w="2011045" h="2011045">
                  <a:moveTo>
                    <a:pt x="1005217" y="2010434"/>
                  </a:moveTo>
                  <a:lnTo>
                    <a:pt x="1005217" y="0"/>
                  </a:lnTo>
                </a:path>
                <a:path w="2011045" h="2011045">
                  <a:moveTo>
                    <a:pt x="1256521" y="2010434"/>
                  </a:moveTo>
                  <a:lnTo>
                    <a:pt x="1256521" y="0"/>
                  </a:lnTo>
                </a:path>
                <a:path w="2011045" h="2011045">
                  <a:moveTo>
                    <a:pt x="1507825" y="2010434"/>
                  </a:moveTo>
                  <a:lnTo>
                    <a:pt x="1507825" y="0"/>
                  </a:lnTo>
                </a:path>
                <a:path w="2011045" h="2011045">
                  <a:moveTo>
                    <a:pt x="1759129" y="2010434"/>
                  </a:moveTo>
                  <a:lnTo>
                    <a:pt x="1759129" y="0"/>
                  </a:lnTo>
                </a:path>
                <a:path w="2011045" h="2011045">
                  <a:moveTo>
                    <a:pt x="2010433" y="2010434"/>
                  </a:moveTo>
                  <a:lnTo>
                    <a:pt x="2010433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512984" y="2317970"/>
              <a:ext cx="2011045" cy="2011045"/>
            </a:xfrm>
            <a:custGeom>
              <a:avLst/>
              <a:gdLst/>
              <a:ahLst/>
              <a:cxnLst/>
              <a:rect l="l" t="t" r="r" b="b"/>
              <a:pathLst>
                <a:path w="2011045" h="2011045">
                  <a:moveTo>
                    <a:pt x="2010434" y="1005217"/>
                  </a:moveTo>
                  <a:lnTo>
                    <a:pt x="1206257" y="804177"/>
                  </a:lnTo>
                  <a:lnTo>
                    <a:pt x="1005217" y="0"/>
                  </a:lnTo>
                  <a:lnTo>
                    <a:pt x="804177" y="804177"/>
                  </a:lnTo>
                  <a:lnTo>
                    <a:pt x="0" y="1005217"/>
                  </a:lnTo>
                  <a:lnTo>
                    <a:pt x="804177" y="1206257"/>
                  </a:lnTo>
                  <a:lnTo>
                    <a:pt x="1005217" y="2010434"/>
                  </a:lnTo>
                  <a:lnTo>
                    <a:pt x="1206257" y="1206257"/>
                  </a:lnTo>
                  <a:lnTo>
                    <a:pt x="2010434" y="100521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830789" y="4497678"/>
            <a:ext cx="137541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dirty="0">
                <a:solidFill>
                  <a:srgbClr val="003E72"/>
                </a:solidFill>
                <a:latin typeface="Tahoma" panose="020B0604030504040204"/>
                <a:cs typeface="Tahoma" panose="020B0604030504040204"/>
              </a:rPr>
              <a:t>Figure</a:t>
            </a:r>
            <a:r>
              <a:rPr sz="950" spc="-50" dirty="0">
                <a:solidFill>
                  <a:srgbClr val="003E7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-20" dirty="0">
                <a:solidFill>
                  <a:srgbClr val="003E72"/>
                </a:solidFill>
                <a:latin typeface="Tahoma" panose="020B0604030504040204"/>
                <a:cs typeface="Tahoma" panose="020B0604030504040204"/>
              </a:rPr>
              <a:t>1.</a:t>
            </a:r>
            <a:r>
              <a:rPr sz="950" spc="-70" dirty="0">
                <a:solidFill>
                  <a:srgbClr val="003E7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50" dirty="0">
                <a:latin typeface="Tahoma" panose="020B0604030504040204"/>
                <a:cs typeface="Tahoma" panose="020B0604030504040204"/>
              </a:rPr>
              <a:t>A</a:t>
            </a:r>
            <a:r>
              <a:rPr sz="9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10" dirty="0">
                <a:latin typeface="Tahoma" panose="020B0604030504040204"/>
                <a:cs typeface="Tahoma" panose="020B0604030504040204"/>
              </a:rPr>
              <a:t>figure</a:t>
            </a:r>
            <a:r>
              <a:rPr sz="9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10" dirty="0">
                <a:latin typeface="Tahoma" panose="020B0604030504040204"/>
                <a:cs typeface="Tahoma" panose="020B0604030504040204"/>
              </a:rPr>
              <a:t>caption.</a:t>
            </a:r>
            <a:endParaRPr sz="9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9858" y="4838961"/>
            <a:ext cx="6057265" cy="731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  <a:spcBef>
                <a:spcPts val="90"/>
              </a:spcBef>
            </a:pPr>
            <a:r>
              <a:rPr sz="1150" spc="-10" dirty="0">
                <a:latin typeface="Tahoma" panose="020B0604030504040204"/>
                <a:cs typeface="Tahoma" panose="020B0604030504040204"/>
              </a:rPr>
              <a:t>Lorem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ipsum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dolor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sit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amet,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consectetur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adipiscing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elit.</a:t>
            </a:r>
            <a:r>
              <a:rPr sz="1150" spc="1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Morbi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ultricies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eget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libero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ac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ullamcor- </a:t>
            </a:r>
            <a:r>
              <a:rPr sz="1150" dirty="0">
                <a:latin typeface="Tahoma" panose="020B0604030504040204"/>
                <a:cs typeface="Tahoma" panose="020B0604030504040204"/>
              </a:rPr>
              <a:t>per.</a:t>
            </a:r>
            <a:r>
              <a:rPr sz="1150" spc="8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Integer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et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euismod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ante.</a:t>
            </a:r>
            <a:r>
              <a:rPr sz="115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Aenean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vestibulum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lobortis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augue,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ut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lobortis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turpis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rhoncus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sed. </a:t>
            </a:r>
            <a:r>
              <a:rPr sz="1150" dirty="0">
                <a:latin typeface="Tahoma" panose="020B0604030504040204"/>
                <a:cs typeface="Tahoma" panose="020B0604030504040204"/>
              </a:rPr>
              <a:t>Proin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feugiat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nibh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lacinia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dignissim.</a:t>
            </a:r>
            <a:r>
              <a:rPr sz="1150" spc="11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Proin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scelerisque,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risus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eget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tempor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fermentum,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ex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turpis condimentum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urna,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quis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malesuada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sapien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arcu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eu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purus.</a:t>
            </a:r>
            <a:endParaRPr sz="11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04994" y="5734868"/>
            <a:ext cx="202692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7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1350" b="1" spc="-5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6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block</a:t>
            </a:r>
            <a:r>
              <a:rPr sz="1350" b="1" spc="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1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containing</a:t>
            </a:r>
            <a:r>
              <a:rPr sz="1350" b="1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6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1350" b="1" spc="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-2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list</a:t>
            </a:r>
            <a:endParaRPr sz="13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2558" y="6023785"/>
            <a:ext cx="6031865" cy="0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4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59540" y="6671233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36442" y="0"/>
                </a:moveTo>
                <a:lnTo>
                  <a:pt x="0" y="0"/>
                </a:lnTo>
                <a:lnTo>
                  <a:pt x="0" y="36442"/>
                </a:lnTo>
                <a:lnTo>
                  <a:pt x="36442" y="36442"/>
                </a:lnTo>
                <a:lnTo>
                  <a:pt x="36442" y="0"/>
                </a:lnTo>
                <a:close/>
              </a:path>
            </a:pathLst>
          </a:custGeom>
          <a:solidFill>
            <a:srgbClr val="003E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59540" y="6884321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36442" y="0"/>
                </a:moveTo>
                <a:lnTo>
                  <a:pt x="0" y="0"/>
                </a:lnTo>
                <a:lnTo>
                  <a:pt x="0" y="36442"/>
                </a:lnTo>
                <a:lnTo>
                  <a:pt x="36442" y="36442"/>
                </a:lnTo>
                <a:lnTo>
                  <a:pt x="36442" y="0"/>
                </a:lnTo>
                <a:close/>
              </a:path>
            </a:pathLst>
          </a:custGeom>
          <a:solidFill>
            <a:srgbClr val="003E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59540" y="7097403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36442" y="0"/>
                </a:moveTo>
                <a:lnTo>
                  <a:pt x="0" y="0"/>
                </a:lnTo>
                <a:lnTo>
                  <a:pt x="0" y="36442"/>
                </a:lnTo>
                <a:lnTo>
                  <a:pt x="36442" y="36442"/>
                </a:lnTo>
                <a:lnTo>
                  <a:pt x="36442" y="0"/>
                </a:lnTo>
                <a:close/>
              </a:path>
            </a:pathLst>
          </a:custGeom>
          <a:solidFill>
            <a:srgbClr val="003E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9858" y="6085867"/>
            <a:ext cx="6057265" cy="1449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0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Nam</a:t>
            </a:r>
            <a:r>
              <a:rPr sz="1150" spc="-1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vulputate</a:t>
            </a:r>
            <a:r>
              <a:rPr sz="1150" spc="-1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nunc</a:t>
            </a:r>
            <a:r>
              <a:rPr sz="115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felis,</a:t>
            </a:r>
            <a:r>
              <a:rPr sz="115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non</a:t>
            </a:r>
            <a:r>
              <a:rPr sz="115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condimentum</a:t>
            </a:r>
            <a:r>
              <a:rPr sz="1150" spc="-1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lacus</a:t>
            </a:r>
            <a:r>
              <a:rPr sz="115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porta</a:t>
            </a:r>
            <a:r>
              <a:rPr sz="115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ultrices.</a:t>
            </a:r>
            <a:r>
              <a:rPr sz="1150" spc="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Nullam</a:t>
            </a:r>
            <a:r>
              <a:rPr sz="1150" spc="-1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sed</a:t>
            </a:r>
            <a:r>
              <a:rPr sz="115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sagittis</a:t>
            </a:r>
            <a:r>
              <a:rPr sz="115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metus.</a:t>
            </a:r>
            <a:r>
              <a:rPr sz="1150" spc="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Etiam consectetur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gravida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urna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quis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suscipit.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270510">
              <a:lnSpc>
                <a:spcPct val="100000"/>
              </a:lnSpc>
              <a:spcBef>
                <a:spcPts val="1160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Mauris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tempor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risus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nulla,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sed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ornare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270510">
              <a:lnSpc>
                <a:spcPct val="100000"/>
              </a:lnSpc>
              <a:spcBef>
                <a:spcPts val="295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Libero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tincidunt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a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 duis congue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vitae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270510">
              <a:lnSpc>
                <a:spcPct val="100000"/>
              </a:lnSpc>
              <a:spcBef>
                <a:spcPts val="300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Dui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ac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pretium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morbi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justo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neque,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ullamcorper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150" spc="-10" dirty="0">
                <a:latin typeface="Tahoma" panose="020B0604030504040204"/>
                <a:cs typeface="Tahoma" panose="020B0604030504040204"/>
              </a:rPr>
              <a:t>Eget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augue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porta,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bibendum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venenatis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tortor.</a:t>
            </a:r>
            <a:endParaRPr sz="11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2558" y="7671529"/>
            <a:ext cx="6031865" cy="466725"/>
          </a:xfrm>
          <a:custGeom>
            <a:avLst/>
            <a:gdLst/>
            <a:ahLst/>
            <a:cxnLst/>
            <a:rect l="l" t="t" r="r" b="b"/>
            <a:pathLst>
              <a:path w="6031865" h="466725">
                <a:moveTo>
                  <a:pt x="6031291" y="0"/>
                </a:moveTo>
                <a:lnTo>
                  <a:pt x="0" y="0"/>
                </a:lnTo>
                <a:lnTo>
                  <a:pt x="0" y="466323"/>
                </a:lnTo>
                <a:lnTo>
                  <a:pt x="6031291" y="466323"/>
                </a:lnTo>
                <a:lnTo>
                  <a:pt x="6031291" y="0"/>
                </a:lnTo>
                <a:close/>
              </a:path>
            </a:pathLst>
          </a:custGeom>
          <a:solidFill>
            <a:srgbClr val="FFF4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02558" y="7671529"/>
            <a:ext cx="6031865" cy="316230"/>
          </a:xfrm>
          <a:prstGeom prst="rect">
            <a:avLst/>
          </a:prstGeom>
          <a:solidFill>
            <a:srgbClr val="FFF4F2"/>
          </a:solidFill>
        </p:spPr>
        <p:txBody>
          <a:bodyPr vert="horz" wrap="square" lIns="0" tIns="463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sz="1350" b="1" spc="7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1350" b="1" spc="-114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5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highlighted</a:t>
            </a:r>
            <a:r>
              <a:rPr sz="1350" b="1" spc="-7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5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block</a:t>
            </a:r>
            <a:endParaRPr sz="135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02558" y="7987481"/>
            <a:ext cx="6031865" cy="2507615"/>
            <a:chOff x="502558" y="7987481"/>
            <a:chExt cx="6031865" cy="2507615"/>
          </a:xfrm>
        </p:grpSpPr>
        <p:sp>
          <p:nvSpPr>
            <p:cNvPr id="24" name="object 24"/>
            <p:cNvSpPr/>
            <p:nvPr/>
          </p:nvSpPr>
          <p:spPr>
            <a:xfrm>
              <a:off x="502558" y="7989783"/>
              <a:ext cx="6031865" cy="0"/>
            </a:xfrm>
            <a:custGeom>
              <a:avLst/>
              <a:gdLst/>
              <a:ahLst/>
              <a:cxnLst/>
              <a:rect l="l" t="t" r="r" b="b"/>
              <a:pathLst>
                <a:path w="6031865">
                  <a:moveTo>
                    <a:pt x="0" y="0"/>
                  </a:moveTo>
                  <a:lnTo>
                    <a:pt x="6031291" y="0"/>
                  </a:lnTo>
                </a:path>
              </a:pathLst>
            </a:custGeom>
            <a:ln w="46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02558" y="8107302"/>
              <a:ext cx="6031865" cy="2388235"/>
            </a:xfrm>
            <a:custGeom>
              <a:avLst/>
              <a:gdLst/>
              <a:ahLst/>
              <a:cxnLst/>
              <a:rect l="l" t="t" r="r" b="b"/>
              <a:pathLst>
                <a:path w="6031865" h="2388234">
                  <a:moveTo>
                    <a:pt x="6031291" y="0"/>
                  </a:moveTo>
                  <a:lnTo>
                    <a:pt x="0" y="0"/>
                  </a:lnTo>
                  <a:lnTo>
                    <a:pt x="0" y="2387716"/>
                  </a:lnTo>
                  <a:lnTo>
                    <a:pt x="6031291" y="2387716"/>
                  </a:lnTo>
                  <a:lnTo>
                    <a:pt x="6031291" y="0"/>
                  </a:lnTo>
                  <a:close/>
                </a:path>
              </a:pathLst>
            </a:custGeom>
            <a:solidFill>
              <a:srgbClr val="FFF4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16356" y="9002305"/>
              <a:ext cx="36830" cy="743585"/>
            </a:xfrm>
            <a:custGeom>
              <a:avLst/>
              <a:gdLst/>
              <a:ahLst/>
              <a:cxnLst/>
              <a:rect l="l" t="t" r="r" b="b"/>
              <a:pathLst>
                <a:path w="36829" h="743584">
                  <a:moveTo>
                    <a:pt x="36449" y="706577"/>
                  </a:moveTo>
                  <a:lnTo>
                    <a:pt x="0" y="706577"/>
                  </a:lnTo>
                  <a:lnTo>
                    <a:pt x="0" y="743013"/>
                  </a:lnTo>
                  <a:lnTo>
                    <a:pt x="36449" y="743013"/>
                  </a:lnTo>
                  <a:lnTo>
                    <a:pt x="36449" y="706577"/>
                  </a:lnTo>
                  <a:close/>
                </a:path>
                <a:path w="36829" h="743584">
                  <a:moveTo>
                    <a:pt x="36449" y="353288"/>
                  </a:moveTo>
                  <a:lnTo>
                    <a:pt x="0" y="353288"/>
                  </a:lnTo>
                  <a:lnTo>
                    <a:pt x="0" y="389724"/>
                  </a:lnTo>
                  <a:lnTo>
                    <a:pt x="36449" y="389724"/>
                  </a:lnTo>
                  <a:lnTo>
                    <a:pt x="36449" y="353288"/>
                  </a:lnTo>
                  <a:close/>
                </a:path>
                <a:path w="36829" h="743584">
                  <a:moveTo>
                    <a:pt x="36449" y="0"/>
                  </a:moveTo>
                  <a:lnTo>
                    <a:pt x="0" y="0"/>
                  </a:lnTo>
                  <a:lnTo>
                    <a:pt x="0" y="36436"/>
                  </a:lnTo>
                  <a:lnTo>
                    <a:pt x="36449" y="36436"/>
                  </a:lnTo>
                  <a:lnTo>
                    <a:pt x="36449" y="0"/>
                  </a:lnTo>
                  <a:close/>
                </a:path>
              </a:pathLst>
            </a:custGeom>
            <a:solidFill>
              <a:srgbClr val="003E7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02285" y="7978140"/>
            <a:ext cx="6031865" cy="2489200"/>
          </a:xfrm>
          <a:prstGeom prst="rect">
            <a:avLst/>
          </a:prstGeom>
        </p:spPr>
        <p:txBody>
          <a:bodyPr vert="horz" wrap="square" lIns="0" tIns="86995" rIns="0" bIns="0" rtlCol="0">
            <a:noAutofit/>
          </a:bodyPr>
          <a:lstStyle/>
          <a:p>
            <a:pPr marL="72390" algn="just">
              <a:lnSpc>
                <a:spcPct val="100000"/>
              </a:lnSpc>
              <a:spcBef>
                <a:spcPts val="685"/>
              </a:spcBef>
            </a:pPr>
            <a:r>
              <a:rPr sz="1150" spc="-10" dirty="0">
                <a:latin typeface="Tahoma" panose="020B0604030504040204"/>
                <a:cs typeface="Tahoma" panose="020B0604030504040204"/>
              </a:rPr>
              <a:t>This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block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catches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your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eye,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so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important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stuff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should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probably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go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here.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72390" marR="64770" algn="just">
              <a:lnSpc>
                <a:spcPct val="101000"/>
              </a:lnSpc>
              <a:spcBef>
                <a:spcPts val="570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Curabitur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eu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libero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vehicula,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cursus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est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fringilla,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luctus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est.</a:t>
            </a:r>
            <a:r>
              <a:rPr sz="1150" spc="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Morbi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consectetur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mauris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quam,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at </a:t>
            </a:r>
            <a:r>
              <a:rPr sz="1150" dirty="0">
                <a:latin typeface="Tahoma" panose="020B0604030504040204"/>
                <a:cs typeface="Tahoma" panose="020B0604030504040204"/>
              </a:rPr>
              <a:t>finibus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elit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auctor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ac.</a:t>
            </a:r>
            <a:r>
              <a:rPr sz="1150" spc="1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Aliquam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erat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volutpat.</a:t>
            </a:r>
            <a:r>
              <a:rPr sz="1150" spc="1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Aenean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at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nisl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ut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ex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ullamcorper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eleifend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et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eu augue.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Aenean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quis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velit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tristique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odio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convallis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ultrices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a </a:t>
            </a:r>
            <a:r>
              <a:rPr sz="1150" dirty="0">
                <a:latin typeface="Tahoma" panose="020B0604030504040204"/>
                <a:cs typeface="Tahoma" panose="020B0604030504040204"/>
              </a:rPr>
              <a:t>ac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odio.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214630" marR="184150">
              <a:lnSpc>
                <a:spcPct val="101000"/>
              </a:lnSpc>
              <a:spcBef>
                <a:spcPts val="670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Fusce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dapibus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tellus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vel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tellus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semper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finibus.</a:t>
            </a:r>
            <a:r>
              <a:rPr sz="1150" spc="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In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consequat,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nibh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sed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mattis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luctus,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augue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diam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fermentum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lectus.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214630" marR="146050">
              <a:lnSpc>
                <a:spcPct val="101000"/>
              </a:lnSpc>
            </a:pPr>
            <a:r>
              <a:rPr sz="1150" spc="-65" dirty="0">
                <a:latin typeface="Tahoma" panose="020B0604030504040204"/>
                <a:cs typeface="Tahoma" panose="020B0604030504040204"/>
              </a:rPr>
              <a:t>In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euismod</a:t>
            </a:r>
            <a:r>
              <a:rPr sz="115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erat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metus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non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ex.</a:t>
            </a:r>
            <a:r>
              <a:rPr sz="11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Vestibulum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luctus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augue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in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mi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condimentum,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at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sollicitudin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lorem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viverra.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214630" marR="148590">
              <a:lnSpc>
                <a:spcPct val="101000"/>
              </a:lnSpc>
            </a:pPr>
            <a:r>
              <a:rPr sz="1150" spc="-10" dirty="0">
                <a:latin typeface="Tahoma" panose="020B0604030504040204"/>
                <a:cs typeface="Tahoma" panose="020B0604030504040204"/>
              </a:rPr>
              <a:t>Suspendisse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vulputate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mauris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vel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placerat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consectetur.</a:t>
            </a:r>
            <a:r>
              <a:rPr sz="1150" spc="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Mauris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semper,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purus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ac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hendrerit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molestie,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elit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mi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dignissim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odio,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in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suscipit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felis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sapien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vel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ex.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72390" marR="64770">
              <a:lnSpc>
                <a:spcPct val="101000"/>
              </a:lnSpc>
              <a:spcBef>
                <a:spcPts val="665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Aenean</a:t>
            </a:r>
            <a:r>
              <a:rPr sz="115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tincidunt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risus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eros,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at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gravida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lorem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sagittis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vel.</a:t>
            </a:r>
            <a:r>
              <a:rPr sz="115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Vestibulum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ante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ipsum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primis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in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fau- </a:t>
            </a:r>
            <a:r>
              <a:rPr sz="1150" dirty="0">
                <a:latin typeface="Tahoma" panose="020B0604030504040204"/>
                <a:cs typeface="Tahoma" panose="020B0604030504040204"/>
              </a:rPr>
              <a:t>cibus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orci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luctus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et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ultrices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posuere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cubilia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Curae.</a:t>
            </a:r>
            <a:endParaRPr sz="11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44571" y="1647676"/>
            <a:ext cx="321500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7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1350" b="1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6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block</a:t>
            </a:r>
            <a:r>
              <a:rPr sz="1350" b="1" spc="6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1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containing</a:t>
            </a:r>
            <a:r>
              <a:rPr sz="1350" b="1" spc="7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1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an</a:t>
            </a:r>
            <a:r>
              <a:rPr sz="1350" b="1" spc="6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1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enumerated</a:t>
            </a:r>
            <a:r>
              <a:rPr sz="1350" b="1" spc="6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-2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list</a:t>
            </a:r>
            <a:endParaRPr sz="13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036403" y="1936593"/>
            <a:ext cx="6031865" cy="0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4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023703" y="1998669"/>
            <a:ext cx="6057265" cy="2363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  <a:spcBef>
                <a:spcPts val="90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Vivamus</a:t>
            </a:r>
            <a:r>
              <a:rPr sz="115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congue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volutpat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elit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non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semper.</a:t>
            </a:r>
            <a:r>
              <a:rPr sz="1150" spc="9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Praesent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molestie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nec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erat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ac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interdum.</a:t>
            </a:r>
            <a:r>
              <a:rPr sz="1150" spc="9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In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quis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sus- </a:t>
            </a:r>
            <a:r>
              <a:rPr sz="1150" dirty="0">
                <a:latin typeface="Tahoma" panose="020B0604030504040204"/>
                <a:cs typeface="Tahoma" panose="020B0604030504040204"/>
              </a:rPr>
              <a:t>cipit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erat.</a:t>
            </a:r>
            <a:r>
              <a:rPr sz="1150" spc="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Phasellus</a:t>
            </a:r>
            <a:r>
              <a:rPr sz="115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mauris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felis,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molestie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ac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pharetra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quis,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tempus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nec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ante.</a:t>
            </a:r>
            <a:r>
              <a:rPr sz="115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Donec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finibus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ante </a:t>
            </a:r>
            <a:r>
              <a:rPr sz="1150" dirty="0">
                <a:latin typeface="Tahoma" panose="020B0604030504040204"/>
                <a:cs typeface="Tahoma" panose="020B0604030504040204"/>
              </a:rPr>
              <a:t>vel</a:t>
            </a:r>
            <a:r>
              <a:rPr sz="115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purus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mollis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fermentum.</a:t>
            </a:r>
            <a:r>
              <a:rPr sz="11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Sed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felis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mi,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pharetra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eget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nibh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10" dirty="0">
                <a:latin typeface="Tahoma" panose="020B0604030504040204"/>
                <a:cs typeface="Tahoma" panose="020B0604030504040204"/>
              </a:rPr>
              <a:t>a,</a:t>
            </a:r>
            <a:r>
              <a:rPr sz="115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feugiat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eleifend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dolor.</a:t>
            </a:r>
            <a:r>
              <a:rPr sz="115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Nam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mollis condimentum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purus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quis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sodales.</a:t>
            </a:r>
            <a:r>
              <a:rPr sz="1150" spc="10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Nullam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eu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felis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eu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nulla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eleifend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bibendum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nec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eu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lorem.</a:t>
            </a:r>
            <a:r>
              <a:rPr sz="115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Vi- vamus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felis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velit,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volutpat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ut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facilisis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ac,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commodo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in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metus.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270510" marR="255905" indent="-184150">
              <a:lnSpc>
                <a:spcPct val="101000"/>
              </a:lnSpc>
              <a:spcBef>
                <a:spcPts val="1150"/>
              </a:spcBef>
              <a:buClr>
                <a:srgbClr val="003E72"/>
              </a:buClr>
              <a:buAutoNum type="arabicPeriod"/>
              <a:tabLst>
                <a:tab pos="270510" algn="l"/>
              </a:tabLst>
            </a:pPr>
            <a:r>
              <a:rPr sz="1150" dirty="0">
                <a:latin typeface="Tahoma" panose="020B0604030504040204"/>
                <a:cs typeface="Tahoma" panose="020B0604030504040204"/>
              </a:rPr>
              <a:t>Morbi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mauris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purus,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egestas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at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vehicula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et,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convallis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accumsan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orci.</a:t>
            </a:r>
            <a:r>
              <a:rPr sz="1150" spc="8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Orci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varius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natoque penatibus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et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magnis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dis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parturient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montes,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nascetur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ridiculus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mus.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270510" marR="29845" indent="-184150">
              <a:lnSpc>
                <a:spcPct val="101000"/>
              </a:lnSpc>
              <a:spcBef>
                <a:spcPts val="285"/>
              </a:spcBef>
              <a:buClr>
                <a:srgbClr val="003E72"/>
              </a:buClr>
              <a:buAutoNum type="arabicPeriod"/>
              <a:tabLst>
                <a:tab pos="270510" algn="l"/>
              </a:tabLst>
            </a:pPr>
            <a:r>
              <a:rPr sz="1150" dirty="0">
                <a:latin typeface="Tahoma" panose="020B0604030504040204"/>
                <a:cs typeface="Tahoma" panose="020B0604030504040204"/>
              </a:rPr>
              <a:t>Cras</a:t>
            </a:r>
            <a:r>
              <a:rPr sz="115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vehicula</a:t>
            </a:r>
            <a:r>
              <a:rPr sz="115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blandit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urna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ut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maximus.</a:t>
            </a:r>
            <a:r>
              <a:rPr sz="115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Aliquam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blandit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nec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massa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ac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sollicitudin.</a:t>
            </a:r>
            <a:r>
              <a:rPr sz="115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Curabitur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cursus,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metus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nec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imperdiet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bibendum,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velit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lectus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faucibus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dolor,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quis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gravida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metus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mauris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gravida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turpis.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270510" marR="144145" indent="-184150">
              <a:lnSpc>
                <a:spcPct val="101000"/>
              </a:lnSpc>
              <a:spcBef>
                <a:spcPts val="285"/>
              </a:spcBef>
              <a:buClr>
                <a:srgbClr val="003E72"/>
              </a:buClr>
              <a:buAutoNum type="arabicPeriod"/>
              <a:tabLst>
                <a:tab pos="270510" algn="l"/>
              </a:tabLst>
            </a:pPr>
            <a:r>
              <a:rPr sz="1150" dirty="0">
                <a:latin typeface="Tahoma" panose="020B0604030504040204"/>
                <a:cs typeface="Tahoma" panose="020B0604030504040204"/>
              </a:rPr>
              <a:t>Vestibulum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et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massa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diam.</a:t>
            </a:r>
            <a:r>
              <a:rPr sz="115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Phasellus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fermentum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augue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non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nulla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accumsan,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non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rhoncus </a:t>
            </a:r>
            <a:r>
              <a:rPr sz="1150" dirty="0">
                <a:latin typeface="Tahoma" panose="020B0604030504040204"/>
                <a:cs typeface="Tahoma" panose="020B0604030504040204"/>
              </a:rPr>
              <a:t>lectus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condimentum.</a:t>
            </a:r>
            <a:endParaRPr sz="11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913045" y="4574654"/>
            <a:ext cx="227838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Fusce</a:t>
            </a:r>
            <a:r>
              <a:rPr sz="1350" b="1" spc="2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5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aliquam</a:t>
            </a:r>
            <a:r>
              <a:rPr sz="1350" b="1" spc="2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9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magna</a:t>
            </a:r>
            <a:r>
              <a:rPr sz="1350" b="1" spc="-3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-1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velit</a:t>
            </a:r>
            <a:endParaRPr sz="13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036403" y="4863571"/>
            <a:ext cx="6031865" cy="0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4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7023703" y="4925653"/>
            <a:ext cx="6057265" cy="554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  <a:spcBef>
                <a:spcPts val="90"/>
              </a:spcBef>
            </a:pPr>
            <a:r>
              <a:rPr sz="1150" spc="-60" dirty="0">
                <a:latin typeface="Tahoma" panose="020B0604030504040204"/>
                <a:cs typeface="Tahoma" panose="020B0604030504040204"/>
              </a:rPr>
              <a:t>Et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rutrum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90" dirty="0">
                <a:latin typeface="Tahoma" panose="020B0604030504040204"/>
                <a:cs typeface="Tahoma" panose="020B0604030504040204"/>
              </a:rPr>
              <a:t>ex</a:t>
            </a:r>
            <a:r>
              <a:rPr sz="11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euismod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vel.</a:t>
            </a:r>
            <a:r>
              <a:rPr sz="1150" spc="10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Pellentesque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ultricies,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velit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in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fermentum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vestibulum,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lectus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nisi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pretium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nibh,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sit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amet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aliquam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lectus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augue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vel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velit.</a:t>
            </a:r>
            <a:r>
              <a:rPr sz="1150" spc="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Suspendisse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rhoncus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massa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porttitor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augue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feugiat </a:t>
            </a:r>
            <a:r>
              <a:rPr sz="1150" dirty="0">
                <a:latin typeface="Tahoma" panose="020B0604030504040204"/>
                <a:cs typeface="Tahoma" panose="020B0604030504040204"/>
              </a:rPr>
              <a:t>molestie.</a:t>
            </a:r>
            <a:r>
              <a:rPr sz="115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Sed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molestie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ut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orci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nec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malesuada.</a:t>
            </a:r>
            <a:r>
              <a:rPr sz="115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Sed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ultricies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feugiat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est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fringilla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posuere.</a:t>
            </a:r>
            <a:endParaRPr sz="115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479043" y="5676568"/>
            <a:ext cx="1416050" cy="1221740"/>
            <a:chOff x="7479043" y="5676568"/>
            <a:chExt cx="1416050" cy="1221740"/>
          </a:xfrm>
        </p:grpSpPr>
        <p:sp>
          <p:nvSpPr>
            <p:cNvPr id="35" name="object 35"/>
            <p:cNvSpPr/>
            <p:nvPr/>
          </p:nvSpPr>
          <p:spPr>
            <a:xfrm>
              <a:off x="7480221" y="5677740"/>
              <a:ext cx="1413510" cy="1219200"/>
            </a:xfrm>
            <a:custGeom>
              <a:avLst/>
              <a:gdLst/>
              <a:ahLst/>
              <a:cxnLst/>
              <a:rect l="l" t="t" r="r" b="b"/>
              <a:pathLst>
                <a:path w="1413509" h="1219200">
                  <a:moveTo>
                    <a:pt x="0" y="609469"/>
                  </a:moveTo>
                  <a:lnTo>
                    <a:pt x="1413179" y="609469"/>
                  </a:lnTo>
                </a:path>
                <a:path w="1413509" h="1219200">
                  <a:moveTo>
                    <a:pt x="0" y="121886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480221" y="5677822"/>
              <a:ext cx="1413510" cy="1219200"/>
            </a:xfrm>
            <a:custGeom>
              <a:avLst/>
              <a:gdLst/>
              <a:ahLst/>
              <a:cxnLst/>
              <a:rect l="l" t="t" r="r" b="b"/>
              <a:pathLst>
                <a:path w="1413509" h="1219200">
                  <a:moveTo>
                    <a:pt x="0" y="609390"/>
                  </a:moveTo>
                  <a:lnTo>
                    <a:pt x="14274" y="570735"/>
                  </a:lnTo>
                  <a:lnTo>
                    <a:pt x="28548" y="532236"/>
                  </a:lnTo>
                  <a:lnTo>
                    <a:pt x="42823" y="494047"/>
                  </a:lnTo>
                  <a:lnTo>
                    <a:pt x="57097" y="456323"/>
                  </a:lnTo>
                  <a:lnTo>
                    <a:pt x="71372" y="419216"/>
                  </a:lnTo>
                  <a:lnTo>
                    <a:pt x="85646" y="382874"/>
                  </a:lnTo>
                  <a:lnTo>
                    <a:pt x="99920" y="347444"/>
                  </a:lnTo>
                  <a:lnTo>
                    <a:pt x="128469" y="279887"/>
                  </a:lnTo>
                  <a:lnTo>
                    <a:pt x="157018" y="217632"/>
                  </a:lnTo>
                  <a:lnTo>
                    <a:pt x="185567" y="161680"/>
                  </a:lnTo>
                  <a:lnTo>
                    <a:pt x="214116" y="112933"/>
                  </a:lnTo>
                  <a:lnTo>
                    <a:pt x="242665" y="72173"/>
                  </a:lnTo>
                  <a:lnTo>
                    <a:pt x="271214" y="40058"/>
                  </a:lnTo>
                  <a:lnTo>
                    <a:pt x="314037" y="9182"/>
                  </a:lnTo>
                  <a:lnTo>
                    <a:pt x="356860" y="0"/>
                  </a:lnTo>
                  <a:lnTo>
                    <a:pt x="371134" y="1840"/>
                  </a:lnTo>
                  <a:lnTo>
                    <a:pt x="413958" y="21960"/>
                  </a:lnTo>
                  <a:lnTo>
                    <a:pt x="442507" y="47245"/>
                  </a:lnTo>
                  <a:lnTo>
                    <a:pt x="471055" y="81576"/>
                  </a:lnTo>
                  <a:lnTo>
                    <a:pt x="499604" y="124399"/>
                  </a:lnTo>
                  <a:lnTo>
                    <a:pt x="528153" y="175026"/>
                  </a:lnTo>
                  <a:lnTo>
                    <a:pt x="556702" y="232642"/>
                  </a:lnTo>
                  <a:lnTo>
                    <a:pt x="585251" y="296320"/>
                  </a:lnTo>
                  <a:lnTo>
                    <a:pt x="613800" y="365036"/>
                  </a:lnTo>
                  <a:lnTo>
                    <a:pt x="628074" y="400940"/>
                  </a:lnTo>
                  <a:lnTo>
                    <a:pt x="642348" y="437683"/>
                  </a:lnTo>
                  <a:lnTo>
                    <a:pt x="656623" y="475118"/>
                  </a:lnTo>
                  <a:lnTo>
                    <a:pt x="670897" y="513093"/>
                  </a:lnTo>
                  <a:lnTo>
                    <a:pt x="685172" y="551456"/>
                  </a:lnTo>
                  <a:lnTo>
                    <a:pt x="699446" y="590052"/>
                  </a:lnTo>
                  <a:lnTo>
                    <a:pt x="713720" y="628727"/>
                  </a:lnTo>
                  <a:lnTo>
                    <a:pt x="727995" y="667323"/>
                  </a:lnTo>
                  <a:lnTo>
                    <a:pt x="742269" y="705686"/>
                  </a:lnTo>
                  <a:lnTo>
                    <a:pt x="756544" y="743662"/>
                  </a:lnTo>
                  <a:lnTo>
                    <a:pt x="770818" y="781096"/>
                  </a:lnTo>
                  <a:lnTo>
                    <a:pt x="785093" y="817840"/>
                  </a:lnTo>
                  <a:lnTo>
                    <a:pt x="799367" y="853743"/>
                  </a:lnTo>
                  <a:lnTo>
                    <a:pt x="827916" y="922459"/>
                  </a:lnTo>
                  <a:lnTo>
                    <a:pt x="856465" y="986137"/>
                  </a:lnTo>
                  <a:lnTo>
                    <a:pt x="885014" y="1043753"/>
                  </a:lnTo>
                  <a:lnTo>
                    <a:pt x="913562" y="1094380"/>
                  </a:lnTo>
                  <a:lnTo>
                    <a:pt x="942111" y="1137204"/>
                  </a:lnTo>
                  <a:lnTo>
                    <a:pt x="970660" y="1171534"/>
                  </a:lnTo>
                  <a:lnTo>
                    <a:pt x="999209" y="1196820"/>
                  </a:lnTo>
                  <a:lnTo>
                    <a:pt x="1042032" y="1216940"/>
                  </a:lnTo>
                  <a:lnTo>
                    <a:pt x="1056307" y="1218780"/>
                  </a:lnTo>
                  <a:lnTo>
                    <a:pt x="1070581" y="1218166"/>
                  </a:lnTo>
                  <a:lnTo>
                    <a:pt x="1113404" y="1201677"/>
                  </a:lnTo>
                  <a:lnTo>
                    <a:pt x="1156228" y="1163781"/>
                  </a:lnTo>
                  <a:lnTo>
                    <a:pt x="1184776" y="1127270"/>
                  </a:lnTo>
                  <a:lnTo>
                    <a:pt x="1213325" y="1082426"/>
                  </a:lnTo>
                  <a:lnTo>
                    <a:pt x="1241874" y="1029970"/>
                  </a:lnTo>
                  <a:lnTo>
                    <a:pt x="1270423" y="970748"/>
                  </a:lnTo>
                  <a:lnTo>
                    <a:pt x="1298972" y="905711"/>
                  </a:lnTo>
                  <a:lnTo>
                    <a:pt x="1327521" y="835906"/>
                  </a:lnTo>
                  <a:lnTo>
                    <a:pt x="1341795" y="799564"/>
                  </a:lnTo>
                  <a:lnTo>
                    <a:pt x="1356070" y="762456"/>
                  </a:lnTo>
                  <a:lnTo>
                    <a:pt x="1370344" y="724732"/>
                  </a:lnTo>
                  <a:lnTo>
                    <a:pt x="1384618" y="686544"/>
                  </a:lnTo>
                  <a:lnTo>
                    <a:pt x="1398893" y="648045"/>
                  </a:lnTo>
                  <a:lnTo>
                    <a:pt x="1413167" y="609390"/>
                  </a:lnTo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480221" y="5677746"/>
              <a:ext cx="1413510" cy="1219200"/>
            </a:xfrm>
            <a:custGeom>
              <a:avLst/>
              <a:gdLst/>
              <a:ahLst/>
              <a:cxnLst/>
              <a:rect l="l" t="t" r="r" b="b"/>
              <a:pathLst>
                <a:path w="1413509" h="1219200">
                  <a:moveTo>
                    <a:pt x="0" y="0"/>
                  </a:moveTo>
                  <a:lnTo>
                    <a:pt x="42823" y="11013"/>
                  </a:lnTo>
                  <a:lnTo>
                    <a:pt x="85646" y="43657"/>
                  </a:lnTo>
                  <a:lnTo>
                    <a:pt x="114195" y="76884"/>
                  </a:lnTo>
                  <a:lnTo>
                    <a:pt x="142744" y="118681"/>
                  </a:lnTo>
                  <a:lnTo>
                    <a:pt x="171292" y="168374"/>
                  </a:lnTo>
                  <a:lnTo>
                    <a:pt x="199841" y="225165"/>
                  </a:lnTo>
                  <a:lnTo>
                    <a:pt x="228390" y="288140"/>
                  </a:lnTo>
                  <a:lnTo>
                    <a:pt x="256939" y="356285"/>
                  </a:lnTo>
                  <a:lnTo>
                    <a:pt x="271214" y="391956"/>
                  </a:lnTo>
                  <a:lnTo>
                    <a:pt x="285488" y="428503"/>
                  </a:lnTo>
                  <a:lnTo>
                    <a:pt x="299762" y="465779"/>
                  </a:lnTo>
                  <a:lnTo>
                    <a:pt x="314037" y="503633"/>
                  </a:lnTo>
                  <a:lnTo>
                    <a:pt x="328311" y="541914"/>
                  </a:lnTo>
                  <a:lnTo>
                    <a:pt x="342586" y="580467"/>
                  </a:lnTo>
                  <a:lnTo>
                    <a:pt x="356860" y="619136"/>
                  </a:lnTo>
                  <a:lnTo>
                    <a:pt x="371134" y="657767"/>
                  </a:lnTo>
                  <a:lnTo>
                    <a:pt x="385409" y="696203"/>
                  </a:lnTo>
                  <a:lnTo>
                    <a:pt x="399683" y="734289"/>
                  </a:lnTo>
                  <a:lnTo>
                    <a:pt x="413958" y="771873"/>
                  </a:lnTo>
                  <a:lnTo>
                    <a:pt x="428232" y="808803"/>
                  </a:lnTo>
                  <a:lnTo>
                    <a:pt x="442507" y="844931"/>
                  </a:lnTo>
                  <a:lnTo>
                    <a:pt x="471055" y="914200"/>
                  </a:lnTo>
                  <a:lnTo>
                    <a:pt x="499604" y="978565"/>
                  </a:lnTo>
                  <a:lnTo>
                    <a:pt x="528153" y="1036992"/>
                  </a:lnTo>
                  <a:lnTo>
                    <a:pt x="556702" y="1088540"/>
                  </a:lnTo>
                  <a:lnTo>
                    <a:pt x="585251" y="1132379"/>
                  </a:lnTo>
                  <a:lnTo>
                    <a:pt x="613800" y="1167804"/>
                  </a:lnTo>
                  <a:lnTo>
                    <a:pt x="642348" y="1194246"/>
                  </a:lnTo>
                  <a:lnTo>
                    <a:pt x="685172" y="1216174"/>
                  </a:lnTo>
                  <a:lnTo>
                    <a:pt x="699446" y="1218626"/>
                  </a:lnTo>
                  <a:lnTo>
                    <a:pt x="713720" y="1218626"/>
                  </a:lnTo>
                  <a:lnTo>
                    <a:pt x="756544" y="1203959"/>
                  </a:lnTo>
                  <a:lnTo>
                    <a:pt x="799367" y="1167804"/>
                  </a:lnTo>
                  <a:lnTo>
                    <a:pt x="827916" y="1132379"/>
                  </a:lnTo>
                  <a:lnTo>
                    <a:pt x="856465" y="1088540"/>
                  </a:lnTo>
                  <a:lnTo>
                    <a:pt x="885014" y="1036992"/>
                  </a:lnTo>
                  <a:lnTo>
                    <a:pt x="913562" y="978566"/>
                  </a:lnTo>
                  <a:lnTo>
                    <a:pt x="942111" y="914200"/>
                  </a:lnTo>
                  <a:lnTo>
                    <a:pt x="970660" y="844931"/>
                  </a:lnTo>
                  <a:lnTo>
                    <a:pt x="984935" y="808804"/>
                  </a:lnTo>
                  <a:lnTo>
                    <a:pt x="999209" y="771874"/>
                  </a:lnTo>
                  <a:lnTo>
                    <a:pt x="1013483" y="734289"/>
                  </a:lnTo>
                  <a:lnTo>
                    <a:pt x="1027758" y="696203"/>
                  </a:lnTo>
                  <a:lnTo>
                    <a:pt x="1042032" y="657767"/>
                  </a:lnTo>
                  <a:lnTo>
                    <a:pt x="1056307" y="619136"/>
                  </a:lnTo>
                  <a:lnTo>
                    <a:pt x="1070581" y="580467"/>
                  </a:lnTo>
                  <a:lnTo>
                    <a:pt x="1084856" y="541914"/>
                  </a:lnTo>
                  <a:lnTo>
                    <a:pt x="1099130" y="503634"/>
                  </a:lnTo>
                  <a:lnTo>
                    <a:pt x="1113404" y="465779"/>
                  </a:lnTo>
                  <a:lnTo>
                    <a:pt x="1127679" y="428504"/>
                  </a:lnTo>
                  <a:lnTo>
                    <a:pt x="1141953" y="391956"/>
                  </a:lnTo>
                  <a:lnTo>
                    <a:pt x="1156228" y="356285"/>
                  </a:lnTo>
                  <a:lnTo>
                    <a:pt x="1184776" y="288140"/>
                  </a:lnTo>
                  <a:lnTo>
                    <a:pt x="1213325" y="225166"/>
                  </a:lnTo>
                  <a:lnTo>
                    <a:pt x="1241874" y="168375"/>
                  </a:lnTo>
                  <a:lnTo>
                    <a:pt x="1270423" y="118681"/>
                  </a:lnTo>
                  <a:lnTo>
                    <a:pt x="1298972" y="76884"/>
                  </a:lnTo>
                  <a:lnTo>
                    <a:pt x="1327521" y="43657"/>
                  </a:lnTo>
                  <a:lnTo>
                    <a:pt x="1370344" y="11013"/>
                  </a:lnTo>
                  <a:lnTo>
                    <a:pt x="1398893" y="1227"/>
                  </a:lnTo>
                  <a:lnTo>
                    <a:pt x="1413167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7323837" y="7065888"/>
            <a:ext cx="1726564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dirty="0">
                <a:solidFill>
                  <a:srgbClr val="003E72"/>
                </a:solidFill>
                <a:latin typeface="Tahoma" panose="020B0604030504040204"/>
                <a:cs typeface="Tahoma" panose="020B0604030504040204"/>
              </a:rPr>
              <a:t>Figure</a:t>
            </a:r>
            <a:r>
              <a:rPr sz="950" spc="-30" dirty="0">
                <a:solidFill>
                  <a:srgbClr val="003E7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-20" dirty="0">
                <a:solidFill>
                  <a:srgbClr val="003E72"/>
                </a:solidFill>
                <a:latin typeface="Tahoma" panose="020B0604030504040204"/>
                <a:cs typeface="Tahoma" panose="020B0604030504040204"/>
              </a:rPr>
              <a:t>2.</a:t>
            </a:r>
            <a:r>
              <a:rPr sz="950" spc="-55" dirty="0">
                <a:solidFill>
                  <a:srgbClr val="003E7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Another</a:t>
            </a:r>
            <a:r>
              <a:rPr sz="9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10" dirty="0">
                <a:latin typeface="Tahoma" panose="020B0604030504040204"/>
                <a:cs typeface="Tahoma" panose="020B0604030504040204"/>
              </a:rPr>
              <a:t>figure</a:t>
            </a:r>
            <a:r>
              <a:rPr sz="9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10" dirty="0">
                <a:latin typeface="Tahoma" panose="020B0604030504040204"/>
                <a:cs typeface="Tahoma" panose="020B0604030504040204"/>
              </a:rPr>
              <a:t>caption.</a:t>
            </a:r>
            <a:endParaRPr sz="9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492029" y="5688250"/>
            <a:ext cx="3644900" cy="161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  <a:spcBef>
                <a:spcPts val="90"/>
              </a:spcBef>
            </a:pPr>
            <a:r>
              <a:rPr sz="1150" spc="-55" dirty="0">
                <a:latin typeface="Tahoma" panose="020B0604030504040204"/>
                <a:cs typeface="Tahoma" panose="020B0604030504040204"/>
              </a:rPr>
              <a:t>Lorem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ipsum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dolor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sit 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amet,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consectetur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adipiscing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elit.</a:t>
            </a:r>
            <a:r>
              <a:rPr sz="1150" spc="1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Ali- 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quam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vel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dapibus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erat.</a:t>
            </a:r>
            <a:r>
              <a:rPr sz="1150" spc="10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Morbi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quis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leo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congue,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lobortis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au- </a:t>
            </a:r>
            <a:r>
              <a:rPr sz="1150" dirty="0">
                <a:latin typeface="Tahoma" panose="020B0604030504040204"/>
                <a:cs typeface="Tahoma" panose="020B0604030504040204"/>
              </a:rPr>
              <a:t>gue</a:t>
            </a:r>
            <a:r>
              <a:rPr sz="115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bibendum,</a:t>
            </a:r>
            <a:r>
              <a:rPr sz="115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malesuada</a:t>
            </a:r>
            <a:r>
              <a:rPr sz="115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neque.</a:t>
            </a:r>
            <a:r>
              <a:rPr sz="1150" spc="254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Duis</a:t>
            </a:r>
            <a:r>
              <a:rPr sz="115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ullamcorper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quis </a:t>
            </a:r>
            <a:r>
              <a:rPr sz="1150" dirty="0">
                <a:latin typeface="Tahoma" panose="020B0604030504040204"/>
                <a:cs typeface="Tahoma" panose="020B0604030504040204"/>
              </a:rPr>
              <a:t>orci</a:t>
            </a:r>
            <a:r>
              <a:rPr sz="115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sed</a:t>
            </a:r>
            <a:r>
              <a:rPr sz="115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consequat.</a:t>
            </a:r>
            <a:r>
              <a:rPr sz="1150" spc="254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Nam</a:t>
            </a:r>
            <a:r>
              <a:rPr sz="115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pellentesque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ullamcorper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tem- </a:t>
            </a:r>
            <a:r>
              <a:rPr sz="1150" dirty="0">
                <a:latin typeface="Tahoma" panose="020B0604030504040204"/>
                <a:cs typeface="Tahoma" panose="020B0604030504040204"/>
              </a:rPr>
              <a:t>por.</a:t>
            </a:r>
            <a:r>
              <a:rPr sz="1150" spc="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Duis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eget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nulla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blandit,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vulputate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orci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vitae,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ullamcor- </a:t>
            </a:r>
            <a:r>
              <a:rPr sz="1150" dirty="0">
                <a:latin typeface="Tahoma" panose="020B0604030504040204"/>
                <a:cs typeface="Tahoma" panose="020B0604030504040204"/>
              </a:rPr>
              <a:t>per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ligula.</a:t>
            </a:r>
            <a:r>
              <a:rPr sz="1150" spc="28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Mauris</a:t>
            </a:r>
            <a:r>
              <a:rPr sz="115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 urna</a:t>
            </a:r>
            <a:r>
              <a:rPr sz="115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ac</a:t>
            </a:r>
            <a:r>
              <a:rPr sz="115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massa</a:t>
            </a:r>
            <a:r>
              <a:rPr sz="11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dignissim</a:t>
            </a:r>
            <a:r>
              <a:rPr sz="115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scelerisque </a:t>
            </a:r>
            <a:r>
              <a:rPr sz="1150" dirty="0">
                <a:latin typeface="Tahoma" panose="020B0604030504040204"/>
                <a:cs typeface="Tahoma" panose="020B0604030504040204"/>
              </a:rPr>
              <a:t>sed</a:t>
            </a:r>
            <a:r>
              <a:rPr sz="115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et</a:t>
            </a:r>
            <a:r>
              <a:rPr sz="115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augue.</a:t>
            </a:r>
            <a:r>
              <a:rPr sz="1150" spc="3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Donec</a:t>
            </a:r>
            <a:r>
              <a:rPr sz="1150" spc="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eget</a:t>
            </a:r>
            <a:r>
              <a:rPr sz="115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urna vitae</a:t>
            </a:r>
            <a:r>
              <a:rPr sz="115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neque</a:t>
            </a:r>
            <a:r>
              <a:rPr sz="115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elementum </a:t>
            </a:r>
            <a:r>
              <a:rPr sz="1150" dirty="0">
                <a:latin typeface="Tahoma" panose="020B0604030504040204"/>
                <a:cs typeface="Tahoma" panose="020B0604030504040204"/>
              </a:rPr>
              <a:t>pellentesque</a:t>
            </a:r>
            <a:r>
              <a:rPr sz="115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et</a:t>
            </a:r>
            <a:r>
              <a:rPr sz="115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eget</a:t>
            </a:r>
            <a:r>
              <a:rPr sz="115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enim.</a:t>
            </a:r>
            <a:r>
              <a:rPr sz="1150" spc="3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Praesent</a:t>
            </a:r>
            <a:r>
              <a:rPr sz="115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</a:t>
            </a:r>
            <a:r>
              <a:rPr sz="115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fermentum</a:t>
            </a:r>
            <a:r>
              <a:rPr sz="115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nibh. </a:t>
            </a:r>
            <a:r>
              <a:rPr sz="1150" dirty="0">
                <a:latin typeface="Tahoma" panose="020B0604030504040204"/>
                <a:cs typeface="Tahoma" panose="020B0604030504040204"/>
              </a:rPr>
              <a:t>Nullam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eu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nibh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neque.</a:t>
            </a:r>
            <a:endParaRPr sz="11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719025" y="7467494"/>
            <a:ext cx="266636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11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Nam</a:t>
            </a:r>
            <a:r>
              <a:rPr sz="1350" b="1" spc="-6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6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cursus</a:t>
            </a:r>
            <a:r>
              <a:rPr sz="1350" b="1" spc="-6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5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consequat</a:t>
            </a:r>
            <a:r>
              <a:rPr sz="1350" b="1" spc="-6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6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egestas</a:t>
            </a:r>
            <a:endParaRPr sz="13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036403" y="7756411"/>
            <a:ext cx="6031865" cy="0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4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193385" y="9507170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36442" y="0"/>
                </a:moveTo>
                <a:lnTo>
                  <a:pt x="0" y="0"/>
                </a:lnTo>
                <a:lnTo>
                  <a:pt x="0" y="36442"/>
                </a:lnTo>
                <a:lnTo>
                  <a:pt x="36442" y="36442"/>
                </a:lnTo>
                <a:lnTo>
                  <a:pt x="36442" y="0"/>
                </a:lnTo>
                <a:close/>
              </a:path>
            </a:pathLst>
          </a:custGeom>
          <a:solidFill>
            <a:srgbClr val="003E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335231" y="9827931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36442" y="0"/>
                </a:moveTo>
                <a:lnTo>
                  <a:pt x="0" y="0"/>
                </a:lnTo>
                <a:lnTo>
                  <a:pt x="0" y="36442"/>
                </a:lnTo>
                <a:lnTo>
                  <a:pt x="36442" y="36442"/>
                </a:lnTo>
                <a:lnTo>
                  <a:pt x="36442" y="0"/>
                </a:lnTo>
                <a:close/>
              </a:path>
            </a:pathLst>
          </a:custGeom>
          <a:solidFill>
            <a:srgbClr val="003E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335231" y="10122337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36442" y="0"/>
                </a:moveTo>
                <a:lnTo>
                  <a:pt x="0" y="0"/>
                </a:lnTo>
                <a:lnTo>
                  <a:pt x="0" y="36442"/>
                </a:lnTo>
                <a:lnTo>
                  <a:pt x="36442" y="36442"/>
                </a:lnTo>
                <a:lnTo>
                  <a:pt x="36442" y="0"/>
                </a:lnTo>
                <a:close/>
              </a:path>
            </a:pathLst>
          </a:custGeom>
          <a:solidFill>
            <a:srgbClr val="003E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335231" y="10269537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36442" y="0"/>
                </a:moveTo>
                <a:lnTo>
                  <a:pt x="0" y="0"/>
                </a:lnTo>
                <a:lnTo>
                  <a:pt x="0" y="36442"/>
                </a:lnTo>
                <a:lnTo>
                  <a:pt x="36442" y="36442"/>
                </a:lnTo>
                <a:lnTo>
                  <a:pt x="36442" y="0"/>
                </a:lnTo>
                <a:close/>
              </a:path>
            </a:pathLst>
          </a:custGeom>
          <a:solidFill>
            <a:srgbClr val="003E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193385" y="10468050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36442" y="0"/>
                </a:moveTo>
                <a:lnTo>
                  <a:pt x="0" y="0"/>
                </a:lnTo>
                <a:lnTo>
                  <a:pt x="0" y="36442"/>
                </a:lnTo>
                <a:lnTo>
                  <a:pt x="36442" y="36442"/>
                </a:lnTo>
                <a:lnTo>
                  <a:pt x="36442" y="0"/>
                </a:lnTo>
                <a:close/>
              </a:path>
            </a:pathLst>
          </a:custGeom>
          <a:solidFill>
            <a:srgbClr val="003E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193385" y="10857776"/>
            <a:ext cx="36830" cy="36830"/>
          </a:xfrm>
          <a:custGeom>
            <a:avLst/>
            <a:gdLst/>
            <a:ahLst/>
            <a:cxnLst/>
            <a:rect l="l" t="t" r="r" b="b"/>
            <a:pathLst>
              <a:path w="36829" h="36829">
                <a:moveTo>
                  <a:pt x="36442" y="0"/>
                </a:moveTo>
                <a:lnTo>
                  <a:pt x="0" y="0"/>
                </a:lnTo>
                <a:lnTo>
                  <a:pt x="0" y="36442"/>
                </a:lnTo>
                <a:lnTo>
                  <a:pt x="36442" y="36442"/>
                </a:lnTo>
                <a:lnTo>
                  <a:pt x="36442" y="0"/>
                </a:lnTo>
                <a:close/>
              </a:path>
            </a:pathLst>
          </a:custGeom>
          <a:solidFill>
            <a:srgbClr val="003E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7023703" y="7818494"/>
            <a:ext cx="6057265" cy="3331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  <a:spcBef>
                <a:spcPts val="90"/>
              </a:spcBef>
            </a:pPr>
            <a:r>
              <a:rPr sz="1150" spc="5" dirty="0">
                <a:latin typeface="Tahoma" panose="020B0604030504040204"/>
                <a:cs typeface="Tahoma" panose="020B0604030504040204"/>
              </a:rPr>
              <a:t>Nulla</a:t>
            </a:r>
            <a:r>
              <a:rPr sz="115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eget</a:t>
            </a:r>
            <a:r>
              <a:rPr sz="115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sem</a:t>
            </a:r>
            <a:r>
              <a:rPr sz="115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quam.</a:t>
            </a:r>
            <a:r>
              <a:rPr sz="115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35" dirty="0">
                <a:latin typeface="Tahoma" panose="020B0604030504040204"/>
                <a:cs typeface="Tahoma" panose="020B0604030504040204"/>
              </a:rPr>
              <a:t>Ut</a:t>
            </a:r>
            <a:r>
              <a:rPr sz="115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aliquam</a:t>
            </a:r>
            <a:r>
              <a:rPr sz="115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volutpat</a:t>
            </a:r>
            <a:r>
              <a:rPr sz="115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nisi</a:t>
            </a:r>
            <a:r>
              <a:rPr sz="1150" spc="-114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vestibulum</a:t>
            </a:r>
            <a:r>
              <a:rPr sz="115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convallis.</a:t>
            </a:r>
            <a:r>
              <a:rPr sz="1150" spc="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20" dirty="0">
                <a:latin typeface="Tahoma" panose="020B0604030504040204"/>
                <a:cs typeface="Tahoma" panose="020B0604030504040204"/>
              </a:rPr>
              <a:t>Nunc</a:t>
            </a:r>
            <a:r>
              <a:rPr sz="115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a</a:t>
            </a:r>
            <a:r>
              <a:rPr sz="115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5" dirty="0">
                <a:latin typeface="Tahoma" panose="020B0604030504040204"/>
                <a:cs typeface="Tahoma" panose="020B0604030504040204"/>
              </a:rPr>
              <a:t>lectus</a:t>
            </a:r>
            <a:r>
              <a:rPr sz="115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et</a:t>
            </a:r>
            <a:r>
              <a:rPr sz="115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eros</a:t>
            </a:r>
            <a:r>
              <a:rPr sz="115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facilisis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hendrerit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eu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non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urna.</a:t>
            </a:r>
            <a:r>
              <a:rPr sz="1150" spc="1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Interdum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et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malesuada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fames ac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ante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i="1" spc="-55" dirty="0">
                <a:latin typeface="Trebuchet MS" panose="020B0603020202020204"/>
                <a:cs typeface="Trebuchet MS" panose="020B0603020202020204"/>
              </a:rPr>
              <a:t>ipsum</a:t>
            </a:r>
            <a:r>
              <a:rPr sz="1150" i="1" spc="-3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50" i="1" spc="-70" dirty="0">
                <a:latin typeface="Trebuchet MS" panose="020B0603020202020204"/>
                <a:cs typeface="Trebuchet MS" panose="020B0603020202020204"/>
              </a:rPr>
              <a:t>primis</a:t>
            </a:r>
            <a:r>
              <a:rPr sz="1150" i="1" spc="-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50" spc="-5" dirty="0">
                <a:latin typeface="Tahoma" panose="020B0604030504040204"/>
                <a:cs typeface="Tahoma" panose="020B0604030504040204"/>
              </a:rPr>
              <a:t>in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faucibus.</a:t>
            </a:r>
            <a:r>
              <a:rPr sz="1150" spc="1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Etiam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sit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amet</a:t>
            </a:r>
            <a:r>
              <a:rPr sz="1150" spc="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velit</a:t>
            </a:r>
            <a:r>
              <a:rPr sz="115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eget</a:t>
            </a:r>
            <a:r>
              <a:rPr sz="115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sem</a:t>
            </a:r>
            <a:r>
              <a:rPr sz="115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euismod</a:t>
            </a:r>
            <a:r>
              <a:rPr sz="115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tristique.</a:t>
            </a:r>
            <a:r>
              <a:rPr sz="1150" spc="40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Praesent</a:t>
            </a:r>
            <a:r>
              <a:rPr sz="115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enim</a:t>
            </a:r>
            <a:r>
              <a:rPr sz="115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erat,</a:t>
            </a:r>
            <a:r>
              <a:rPr sz="1150" spc="9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porta</a:t>
            </a:r>
            <a:r>
              <a:rPr sz="1150" spc="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vel</a:t>
            </a:r>
            <a:r>
              <a:rPr sz="115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mattis</a:t>
            </a:r>
            <a:r>
              <a:rPr sz="115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sed,</a:t>
            </a:r>
            <a:r>
              <a:rPr sz="1150" spc="9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pharetra</a:t>
            </a:r>
            <a:r>
              <a:rPr sz="115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sed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ipsum.</a:t>
            </a:r>
            <a:r>
              <a:rPr sz="1150" spc="10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25" dirty="0">
                <a:latin typeface="Tahoma" panose="020B0604030504040204"/>
                <a:cs typeface="Tahoma" panose="020B0604030504040204"/>
              </a:rPr>
              <a:t>Morbi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commodo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condimentum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massa,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i="1" spc="-60" dirty="0">
                <a:latin typeface="Trebuchet MS" panose="020B0603020202020204"/>
                <a:cs typeface="Trebuchet MS" panose="020B0603020202020204"/>
              </a:rPr>
              <a:t>tempus</a:t>
            </a:r>
            <a:r>
              <a:rPr sz="1150" i="1" spc="-7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50" i="1" spc="-60" dirty="0">
                <a:latin typeface="Trebuchet MS" panose="020B0603020202020204"/>
                <a:cs typeface="Trebuchet MS" panose="020B0603020202020204"/>
              </a:rPr>
              <a:t>venenatis</a:t>
            </a:r>
            <a:r>
              <a:rPr sz="1150" i="1" spc="-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massa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hendrerit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quis.</a:t>
            </a:r>
            <a:r>
              <a:rPr sz="1150" spc="10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Maecenas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sed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porta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est.</a:t>
            </a:r>
            <a:r>
              <a:rPr sz="1150" spc="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Praesent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mollis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interdum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lectus,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sit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amet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5" dirty="0">
                <a:latin typeface="Tahoma" panose="020B0604030504040204"/>
                <a:cs typeface="Tahoma" panose="020B0604030504040204"/>
              </a:rPr>
              <a:t>sollicitudin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risus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5" dirty="0">
                <a:latin typeface="Tahoma" panose="020B0604030504040204"/>
                <a:cs typeface="Tahoma" panose="020B0604030504040204"/>
              </a:rPr>
              <a:t>tincidunt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non.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12700" marR="5080" algn="just">
              <a:lnSpc>
                <a:spcPct val="101000"/>
              </a:lnSpc>
              <a:spcBef>
                <a:spcPts val="575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Etiam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sit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amet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tempus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lorem,</a:t>
            </a:r>
            <a:r>
              <a:rPr sz="1150" dirty="0">
                <a:latin typeface="Tahoma" panose="020B0604030504040204"/>
                <a:cs typeface="Tahoma" panose="020B0604030504040204"/>
              </a:rPr>
              <a:t> aliquet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condimentum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velit.</a:t>
            </a:r>
            <a:r>
              <a:rPr sz="1150" spc="2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Donec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et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nibh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consequat,</a:t>
            </a:r>
            <a:r>
              <a:rPr sz="11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sagittis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ex </a:t>
            </a:r>
            <a:r>
              <a:rPr sz="1150" dirty="0">
                <a:latin typeface="Tahoma" panose="020B0604030504040204"/>
                <a:cs typeface="Tahoma" panose="020B0604030504040204"/>
              </a:rPr>
              <a:t>eget,</a:t>
            </a:r>
            <a:r>
              <a:rPr sz="115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dictum orci.</a:t>
            </a:r>
            <a:r>
              <a:rPr sz="1150" spc="2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Etiam quis</a:t>
            </a:r>
            <a:r>
              <a:rPr sz="115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semper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ante.</a:t>
            </a:r>
            <a:r>
              <a:rPr sz="1150" spc="2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Ut eu</a:t>
            </a:r>
            <a:r>
              <a:rPr sz="115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mauris</a:t>
            </a:r>
            <a:r>
              <a:rPr sz="115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purus.</a:t>
            </a:r>
            <a:r>
              <a:rPr sz="1150" spc="2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Proin nec</a:t>
            </a:r>
            <a:r>
              <a:rPr sz="115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consectetur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ligula. </a:t>
            </a:r>
            <a:r>
              <a:rPr sz="1150" dirty="0">
                <a:latin typeface="Tahoma" panose="020B0604030504040204"/>
                <a:cs typeface="Tahoma" panose="020B0604030504040204"/>
              </a:rPr>
              <a:t>Mauris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pretium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molestie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ullamcorper.</a:t>
            </a:r>
            <a:r>
              <a:rPr sz="1150" spc="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Integer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nisi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neque,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aliquet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et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odio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non,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sagittis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porta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justo.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270510" marR="67310">
              <a:lnSpc>
                <a:spcPts val="1160"/>
              </a:lnSpc>
              <a:spcBef>
                <a:spcPts val="1150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Sed</a:t>
            </a:r>
            <a:r>
              <a:rPr sz="115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consequat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id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ante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vel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efficitur.</a:t>
            </a:r>
            <a:r>
              <a:rPr sz="1150" spc="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Praesent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congue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massa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sed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est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scelerisque,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elementum mollis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augue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iaculis.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412115" marR="93345">
              <a:lnSpc>
                <a:spcPct val="102000"/>
              </a:lnSpc>
              <a:spcBef>
                <a:spcPts val="50"/>
              </a:spcBef>
            </a:pPr>
            <a:r>
              <a:rPr sz="950" spc="-65" dirty="0">
                <a:latin typeface="Tahoma" panose="020B0604030504040204"/>
                <a:cs typeface="Tahoma" panose="020B0604030504040204"/>
              </a:rPr>
              <a:t>In</a:t>
            </a:r>
            <a:r>
              <a:rPr sz="9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sed</a:t>
            </a:r>
            <a:r>
              <a:rPr sz="9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est</a:t>
            </a:r>
            <a:r>
              <a:rPr sz="9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20" dirty="0">
                <a:latin typeface="Tahoma" panose="020B0604030504040204"/>
                <a:cs typeface="Tahoma" panose="020B0604030504040204"/>
              </a:rPr>
              <a:t>finibus,</a:t>
            </a:r>
            <a:r>
              <a:rPr sz="9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vulputate</a:t>
            </a:r>
            <a:r>
              <a:rPr sz="9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nunc</a:t>
            </a:r>
            <a:r>
              <a:rPr sz="9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25" dirty="0">
                <a:latin typeface="Tahoma" panose="020B0604030504040204"/>
                <a:cs typeface="Tahoma" panose="020B0604030504040204"/>
              </a:rPr>
              <a:t>gravida,</a:t>
            </a:r>
            <a:r>
              <a:rPr sz="9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10" dirty="0">
                <a:latin typeface="Tahoma" panose="020B0604030504040204"/>
                <a:cs typeface="Tahoma" panose="020B0604030504040204"/>
              </a:rPr>
              <a:t>pulvinar</a:t>
            </a:r>
            <a:r>
              <a:rPr sz="9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lorem.</a:t>
            </a:r>
            <a:r>
              <a:rPr sz="950" spc="55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65" dirty="0">
                <a:latin typeface="Tahoma" panose="020B0604030504040204"/>
                <a:cs typeface="Tahoma" panose="020B0604030504040204"/>
              </a:rPr>
              <a:t>In</a:t>
            </a:r>
            <a:r>
              <a:rPr sz="9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25" dirty="0">
                <a:latin typeface="Tahoma" panose="020B0604030504040204"/>
                <a:cs typeface="Tahoma" panose="020B0604030504040204"/>
              </a:rPr>
              <a:t>maximus</a:t>
            </a:r>
            <a:r>
              <a:rPr sz="9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nunc</a:t>
            </a:r>
            <a:r>
              <a:rPr sz="9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10" dirty="0">
                <a:latin typeface="Tahoma" panose="020B0604030504040204"/>
                <a:cs typeface="Tahoma" panose="020B0604030504040204"/>
              </a:rPr>
              <a:t>dolor,</a:t>
            </a:r>
            <a:r>
              <a:rPr sz="9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sed</a:t>
            </a:r>
            <a:r>
              <a:rPr sz="9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auctor</a:t>
            </a:r>
            <a:r>
              <a:rPr sz="9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eros</a:t>
            </a:r>
            <a:r>
              <a:rPr sz="9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10" dirty="0">
                <a:latin typeface="Tahoma" panose="020B0604030504040204"/>
                <a:cs typeface="Tahoma" panose="020B0604030504040204"/>
              </a:rPr>
              <a:t>porttitor quis.</a:t>
            </a:r>
            <a:endParaRPr sz="950">
              <a:latin typeface="Tahoma" panose="020B0604030504040204"/>
              <a:cs typeface="Tahoma" panose="020B0604030504040204"/>
            </a:endParaRPr>
          </a:p>
          <a:p>
            <a:pPr marL="412115" marR="1264920">
              <a:lnSpc>
                <a:spcPct val="102000"/>
              </a:lnSpc>
            </a:pPr>
            <a:r>
              <a:rPr sz="950" dirty="0">
                <a:latin typeface="Tahoma" panose="020B0604030504040204"/>
                <a:cs typeface="Tahoma" panose="020B0604030504040204"/>
              </a:rPr>
              <a:t>Fusce</a:t>
            </a:r>
            <a:r>
              <a:rPr sz="9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10" dirty="0">
                <a:latin typeface="Tahoma" panose="020B0604030504040204"/>
                <a:cs typeface="Tahoma" panose="020B0604030504040204"/>
              </a:rPr>
              <a:t>ornare</a:t>
            </a:r>
            <a:r>
              <a:rPr sz="9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20" dirty="0">
                <a:latin typeface="Tahoma" panose="020B0604030504040204"/>
                <a:cs typeface="Tahoma" panose="020B0604030504040204"/>
              </a:rPr>
              <a:t>dignissim</a:t>
            </a:r>
            <a:r>
              <a:rPr sz="9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nisi.</a:t>
            </a:r>
            <a:r>
              <a:rPr sz="950" spc="50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Nam</a:t>
            </a:r>
            <a:r>
              <a:rPr sz="9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sit</a:t>
            </a:r>
            <a:r>
              <a:rPr sz="9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10" dirty="0">
                <a:latin typeface="Tahoma" panose="020B0604030504040204"/>
                <a:cs typeface="Tahoma" panose="020B0604030504040204"/>
              </a:rPr>
              <a:t>amet</a:t>
            </a:r>
            <a:r>
              <a:rPr sz="9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10" dirty="0">
                <a:latin typeface="Tahoma" panose="020B0604030504040204"/>
                <a:cs typeface="Tahoma" panose="020B0604030504040204"/>
              </a:rPr>
              <a:t>risus</a:t>
            </a:r>
            <a:r>
              <a:rPr sz="9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vel</a:t>
            </a:r>
            <a:r>
              <a:rPr sz="9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10" dirty="0">
                <a:latin typeface="Tahoma" panose="020B0604030504040204"/>
                <a:cs typeface="Tahoma" panose="020B0604030504040204"/>
              </a:rPr>
              <a:t>lacus</a:t>
            </a:r>
            <a:r>
              <a:rPr sz="9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tempor</a:t>
            </a:r>
            <a:r>
              <a:rPr sz="9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tincidunt</a:t>
            </a:r>
            <a:r>
              <a:rPr sz="9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eu</a:t>
            </a:r>
            <a:r>
              <a:rPr sz="9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a</a:t>
            </a:r>
            <a:r>
              <a:rPr sz="9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10" dirty="0">
                <a:latin typeface="Tahoma" panose="020B0604030504040204"/>
                <a:cs typeface="Tahoma" panose="020B0604030504040204"/>
              </a:rPr>
              <a:t>arcu. </a:t>
            </a:r>
            <a:r>
              <a:rPr sz="950" dirty="0">
                <a:latin typeface="Tahoma" panose="020B0604030504040204"/>
                <a:cs typeface="Tahoma" panose="020B0604030504040204"/>
              </a:rPr>
              <a:t>Donec</a:t>
            </a:r>
            <a:r>
              <a:rPr sz="9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rhoncus</a:t>
            </a:r>
            <a:r>
              <a:rPr sz="9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vestibulum</a:t>
            </a:r>
            <a:r>
              <a:rPr sz="9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25" dirty="0">
                <a:latin typeface="Tahoma" panose="020B0604030504040204"/>
                <a:cs typeface="Tahoma" panose="020B0604030504040204"/>
              </a:rPr>
              <a:t>erat,</a:t>
            </a:r>
            <a:r>
              <a:rPr sz="9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quis</a:t>
            </a:r>
            <a:r>
              <a:rPr sz="9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20" dirty="0">
                <a:latin typeface="Tahoma" panose="020B0604030504040204"/>
                <a:cs typeface="Tahoma" panose="020B0604030504040204"/>
              </a:rPr>
              <a:t>aliquam</a:t>
            </a:r>
            <a:r>
              <a:rPr sz="9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leo</a:t>
            </a:r>
            <a:r>
              <a:rPr sz="9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20" dirty="0">
                <a:latin typeface="Tahoma" panose="020B0604030504040204"/>
                <a:cs typeface="Tahoma" panose="020B0604030504040204"/>
              </a:rPr>
              <a:t>gravida</a:t>
            </a:r>
            <a:r>
              <a:rPr sz="9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10" dirty="0">
                <a:latin typeface="Tahoma" panose="020B0604030504040204"/>
                <a:cs typeface="Tahoma" panose="020B0604030504040204"/>
              </a:rPr>
              <a:t>egestas.</a:t>
            </a:r>
            <a:endParaRPr sz="950">
              <a:latin typeface="Tahoma" panose="020B0604030504040204"/>
              <a:cs typeface="Tahoma" panose="020B0604030504040204"/>
            </a:endParaRPr>
          </a:p>
          <a:p>
            <a:pPr marL="270510" marR="97155">
              <a:lnSpc>
                <a:spcPct val="101000"/>
              </a:lnSpc>
              <a:spcBef>
                <a:spcPts val="325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Sed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luctus,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elit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sit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amet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dictum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maximus,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diam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dolor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faucibus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purus,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sed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lobortis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justo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erat </a:t>
            </a:r>
            <a:r>
              <a:rPr sz="1150" dirty="0">
                <a:latin typeface="Tahoma" panose="020B0604030504040204"/>
                <a:cs typeface="Tahoma" panose="020B0604030504040204"/>
              </a:rPr>
              <a:t>id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turpis.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270510" marR="130175">
              <a:lnSpc>
                <a:spcPct val="101000"/>
              </a:lnSpc>
              <a:spcBef>
                <a:spcPts val="285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Pellentesque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facilisis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dolor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in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leo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bibendum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congue.</a:t>
            </a:r>
            <a:r>
              <a:rPr sz="1150" spc="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Maecenas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congue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finibus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justo,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vitae eleifend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urna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facilisis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at.</a:t>
            </a:r>
            <a:endParaRPr sz="11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3570249" y="1618333"/>
            <a:ext cx="6031865" cy="466725"/>
          </a:xfrm>
          <a:custGeom>
            <a:avLst/>
            <a:gdLst/>
            <a:ahLst/>
            <a:cxnLst/>
            <a:rect l="l" t="t" r="r" b="b"/>
            <a:pathLst>
              <a:path w="6031865" h="466725">
                <a:moveTo>
                  <a:pt x="6031291" y="0"/>
                </a:moveTo>
                <a:lnTo>
                  <a:pt x="0" y="0"/>
                </a:lnTo>
                <a:lnTo>
                  <a:pt x="0" y="466323"/>
                </a:lnTo>
                <a:lnTo>
                  <a:pt x="6031291" y="466323"/>
                </a:lnTo>
                <a:lnTo>
                  <a:pt x="6031291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3570249" y="1618333"/>
            <a:ext cx="6031865" cy="31623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463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sz="1350" b="1" spc="7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1350" b="1" spc="-6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5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highlighted</a:t>
            </a:r>
            <a:r>
              <a:rPr sz="1350" b="1" spc="-1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6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block</a:t>
            </a:r>
            <a:r>
              <a:rPr sz="1350" b="1" spc="-1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1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containing</a:t>
            </a:r>
            <a:r>
              <a:rPr sz="1350" b="1" spc="-1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8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some</a:t>
            </a:r>
            <a:r>
              <a:rPr sz="1350" b="1" spc="-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3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math</a:t>
            </a:r>
            <a:endParaRPr sz="135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3567709" y="1934053"/>
            <a:ext cx="6036945" cy="3302000"/>
            <a:chOff x="13567709" y="1934053"/>
            <a:chExt cx="6036945" cy="3302000"/>
          </a:xfrm>
        </p:grpSpPr>
        <p:sp>
          <p:nvSpPr>
            <p:cNvPr id="52" name="object 52"/>
            <p:cNvSpPr/>
            <p:nvPr/>
          </p:nvSpPr>
          <p:spPr>
            <a:xfrm>
              <a:off x="13570249" y="1936593"/>
              <a:ext cx="6031865" cy="0"/>
            </a:xfrm>
            <a:custGeom>
              <a:avLst/>
              <a:gdLst/>
              <a:ahLst/>
              <a:cxnLst/>
              <a:rect l="l" t="t" r="r" b="b"/>
              <a:pathLst>
                <a:path w="6031865">
                  <a:moveTo>
                    <a:pt x="0" y="0"/>
                  </a:moveTo>
                  <a:lnTo>
                    <a:pt x="6031291" y="0"/>
                  </a:lnTo>
                </a:path>
              </a:pathLst>
            </a:custGeom>
            <a:ln w="46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3570249" y="2054107"/>
              <a:ext cx="6031865" cy="3181985"/>
            </a:xfrm>
            <a:custGeom>
              <a:avLst/>
              <a:gdLst/>
              <a:ahLst/>
              <a:cxnLst/>
              <a:rect l="l" t="t" r="r" b="b"/>
              <a:pathLst>
                <a:path w="6031865" h="3181985">
                  <a:moveTo>
                    <a:pt x="6031291" y="0"/>
                  </a:moveTo>
                  <a:lnTo>
                    <a:pt x="0" y="0"/>
                  </a:lnTo>
                  <a:lnTo>
                    <a:pt x="0" y="3181880"/>
                  </a:lnTo>
                  <a:lnTo>
                    <a:pt x="6031291" y="3181880"/>
                  </a:lnTo>
                  <a:lnTo>
                    <a:pt x="6031291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13643134" y="1998669"/>
            <a:ext cx="229235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spc="60" dirty="0">
                <a:latin typeface="Tahoma" panose="020B0604030504040204"/>
                <a:cs typeface="Tahoma" panose="020B0604030504040204"/>
              </a:rPr>
              <a:t>A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different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kind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of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highlighted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block.</a:t>
            </a:r>
            <a:endParaRPr sz="11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6075697" y="2618177"/>
            <a:ext cx="230504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950" spc="155" dirty="0">
                <a:latin typeface="Cambria" panose="02040503050406030204"/>
                <a:cs typeface="Cambria" panose="02040503050406030204"/>
              </a:rPr>
              <a:t>−∞</a:t>
            </a:r>
            <a:endParaRPr sz="9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7091517" y="2503804"/>
            <a:ext cx="86995" cy="0"/>
          </a:xfrm>
          <a:custGeom>
            <a:avLst/>
            <a:gdLst/>
            <a:ahLst/>
            <a:cxnLst/>
            <a:rect l="l" t="t" r="r" b="b"/>
            <a:pathLst>
              <a:path w="86994">
                <a:moveTo>
                  <a:pt x="0" y="0"/>
                </a:moveTo>
                <a:lnTo>
                  <a:pt x="86626" y="0"/>
                </a:lnTo>
              </a:path>
            </a:pathLst>
          </a:custGeom>
          <a:ln w="585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15968251" y="2459046"/>
            <a:ext cx="124269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1725" spc="494" baseline="77000" dirty="0">
                <a:latin typeface="Arial MT"/>
                <a:cs typeface="Arial MT"/>
              </a:rPr>
              <a:t>∫</a:t>
            </a:r>
            <a:r>
              <a:rPr sz="1725" spc="307" baseline="77000" dirty="0">
                <a:latin typeface="Arial MT"/>
                <a:cs typeface="Arial MT"/>
              </a:rPr>
              <a:t> </a:t>
            </a:r>
            <a:r>
              <a:rPr sz="1425" spc="217" baseline="70000" dirty="0">
                <a:latin typeface="Cambria" panose="02040503050406030204"/>
                <a:cs typeface="Cambria" panose="02040503050406030204"/>
              </a:rPr>
              <a:t>∞</a:t>
            </a:r>
            <a:r>
              <a:rPr sz="1425" spc="359" baseline="70000" dirty="0">
                <a:latin typeface="Cambria" panose="02040503050406030204"/>
                <a:cs typeface="Cambria" panose="02040503050406030204"/>
              </a:rPr>
              <a:t> </a:t>
            </a:r>
            <a:r>
              <a:rPr sz="1150" i="1" spc="50" dirty="0">
                <a:latin typeface="Calibri" panose="020F0502020204030204"/>
                <a:cs typeface="Calibri" panose="020F0502020204030204"/>
              </a:rPr>
              <a:t>e</a:t>
            </a:r>
            <a:r>
              <a:rPr sz="1425" spc="75" baseline="29000" dirty="0">
                <a:latin typeface="Cambria" panose="02040503050406030204"/>
                <a:cs typeface="Cambria" panose="02040503050406030204"/>
              </a:rPr>
              <a:t>−</a:t>
            </a:r>
            <a:r>
              <a:rPr sz="1425" i="1" spc="75" baseline="29000" dirty="0">
                <a:latin typeface="Calibri" panose="020F0502020204030204"/>
                <a:cs typeface="Calibri" panose="020F0502020204030204"/>
              </a:rPr>
              <a:t>x</a:t>
            </a:r>
            <a:r>
              <a:rPr sz="1200" spc="75" baseline="59000" dirty="0">
                <a:latin typeface="Georgia" panose="02040502050405020303"/>
                <a:cs typeface="Georgia" panose="02040502050405020303"/>
              </a:rPr>
              <a:t>2 </a:t>
            </a:r>
            <a:r>
              <a:rPr sz="1150" i="1" spc="65" dirty="0">
                <a:latin typeface="Calibri" panose="020F0502020204030204"/>
                <a:cs typeface="Calibri" panose="020F0502020204030204"/>
              </a:rPr>
              <a:t>dx</a:t>
            </a:r>
            <a:r>
              <a:rPr sz="1150" i="1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1150" spc="85" dirty="0">
                <a:latin typeface="Georgia" panose="02040502050405020303"/>
                <a:cs typeface="Georgia" panose="02040502050405020303"/>
              </a:rPr>
              <a:t>=</a:t>
            </a:r>
            <a:r>
              <a:rPr sz="1150" spc="45" dirty="0">
                <a:latin typeface="Georgia" panose="02040502050405020303"/>
                <a:cs typeface="Georgia" panose="02040502050405020303"/>
              </a:rPr>
              <a:t> </a:t>
            </a:r>
            <a:r>
              <a:rPr sz="1725" spc="120" baseline="43000" dirty="0">
                <a:latin typeface="Cambria" panose="02040503050406030204"/>
                <a:cs typeface="Cambria" panose="02040503050406030204"/>
              </a:rPr>
              <a:t>√</a:t>
            </a:r>
            <a:r>
              <a:rPr sz="1150" i="1" spc="80" dirty="0">
                <a:latin typeface="Calibri" panose="020F0502020204030204"/>
                <a:cs typeface="Calibri" panose="020F0502020204030204"/>
              </a:rPr>
              <a:t>π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3643134" y="2918904"/>
            <a:ext cx="589851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spc="-35" dirty="0">
                <a:latin typeface="Tahoma" panose="020B0604030504040204"/>
                <a:cs typeface="Tahoma" panose="020B0604030504040204"/>
              </a:rPr>
              <a:t>Interdum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et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malesuada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fames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55" dirty="0">
                <a:latin typeface="Cambria" panose="02040503050406030204"/>
                <a:cs typeface="Cambria" panose="02040503050406030204"/>
              </a:rPr>
              <a:t>{</a:t>
            </a:r>
            <a:r>
              <a:rPr sz="1150" spc="55" dirty="0">
                <a:latin typeface="Georgia" panose="02040502050405020303"/>
                <a:cs typeface="Georgia" panose="02040502050405020303"/>
              </a:rPr>
              <a:t>1</a:t>
            </a:r>
            <a:r>
              <a:rPr sz="1150" i="1" spc="55" dirty="0">
                <a:latin typeface="Calibri" panose="020F0502020204030204"/>
                <a:cs typeface="Calibri" panose="020F0502020204030204"/>
              </a:rPr>
              <a:t>,</a:t>
            </a:r>
            <a:r>
              <a:rPr sz="1150" i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150" spc="-60" dirty="0">
                <a:latin typeface="Georgia" panose="02040502050405020303"/>
                <a:cs typeface="Georgia" panose="02040502050405020303"/>
              </a:rPr>
              <a:t>4</a:t>
            </a:r>
            <a:r>
              <a:rPr sz="1150" i="1" spc="-60" dirty="0">
                <a:latin typeface="Calibri" panose="020F0502020204030204"/>
                <a:cs typeface="Calibri" panose="020F0502020204030204"/>
              </a:rPr>
              <a:t>, </a:t>
            </a:r>
            <a:r>
              <a:rPr sz="1150" spc="-60" dirty="0">
                <a:latin typeface="Georgia" panose="02040502050405020303"/>
                <a:cs typeface="Georgia" panose="02040502050405020303"/>
              </a:rPr>
              <a:t>9</a:t>
            </a:r>
            <a:r>
              <a:rPr sz="1150" i="1" spc="-60" dirty="0">
                <a:latin typeface="Calibri" panose="020F0502020204030204"/>
                <a:cs typeface="Calibri" panose="020F0502020204030204"/>
              </a:rPr>
              <a:t>, </a:t>
            </a:r>
            <a:r>
              <a:rPr sz="1150" i="1" dirty="0">
                <a:latin typeface="Calibri" panose="020F0502020204030204"/>
                <a:cs typeface="Calibri" panose="020F0502020204030204"/>
              </a:rPr>
              <a:t>.</a:t>
            </a:r>
            <a:r>
              <a:rPr sz="1150" i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150" i="1" dirty="0">
                <a:latin typeface="Calibri" panose="020F0502020204030204"/>
                <a:cs typeface="Calibri" panose="020F0502020204030204"/>
              </a:rPr>
              <a:t>.</a:t>
            </a:r>
            <a:r>
              <a:rPr sz="1150" i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150" i="1" spc="75" dirty="0">
                <a:latin typeface="Calibri" panose="020F0502020204030204"/>
                <a:cs typeface="Calibri" panose="020F0502020204030204"/>
              </a:rPr>
              <a:t>.</a:t>
            </a:r>
            <a:r>
              <a:rPr sz="1150" spc="75" dirty="0">
                <a:latin typeface="Cambria" panose="02040503050406030204"/>
                <a:cs typeface="Cambria" panose="02040503050406030204"/>
              </a:rPr>
              <a:t>}</a:t>
            </a:r>
            <a:r>
              <a:rPr sz="1150" spc="45" dirty="0">
                <a:latin typeface="Cambria" panose="02040503050406030204"/>
                <a:cs typeface="Cambria" panose="0204050305040603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ac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ante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ipsum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primis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in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faucibus.</a:t>
            </a:r>
            <a:r>
              <a:rPr sz="115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Cras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eleifend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dolor</a:t>
            </a:r>
            <a:endParaRPr sz="11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3617734" y="3095549"/>
            <a:ext cx="5949315" cy="1462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eu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nulla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suscipit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suscipit.</a:t>
            </a:r>
            <a:r>
              <a:rPr sz="115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Sed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lobortis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non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felis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id</a:t>
            </a:r>
            <a:r>
              <a:rPr sz="115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vulputate.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25400">
              <a:lnSpc>
                <a:spcPct val="100000"/>
              </a:lnSpc>
              <a:spcBef>
                <a:spcPts val="1145"/>
              </a:spcBef>
            </a:pPr>
            <a:r>
              <a:rPr sz="1150" b="1" dirty="0">
                <a:latin typeface="Tahoma" panose="020B0604030504040204"/>
                <a:cs typeface="Tahoma" panose="020B0604030504040204"/>
              </a:rPr>
              <a:t>A</a:t>
            </a:r>
            <a:r>
              <a:rPr sz="1150" b="1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50" b="1" spc="-90" dirty="0">
                <a:latin typeface="Tahoma" panose="020B0604030504040204"/>
                <a:cs typeface="Tahoma" panose="020B0604030504040204"/>
              </a:rPr>
              <a:t>heading</a:t>
            </a:r>
            <a:r>
              <a:rPr sz="1150" b="1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b="1" spc="-80" dirty="0">
                <a:latin typeface="Tahoma" panose="020B0604030504040204"/>
                <a:cs typeface="Tahoma" panose="020B0604030504040204"/>
              </a:rPr>
              <a:t>inside</a:t>
            </a:r>
            <a:r>
              <a:rPr sz="1150" b="1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b="1" spc="-110" dirty="0">
                <a:latin typeface="Tahoma" panose="020B0604030504040204"/>
                <a:cs typeface="Tahoma" panose="020B0604030504040204"/>
              </a:rPr>
              <a:t>a</a:t>
            </a:r>
            <a:r>
              <a:rPr sz="1150" b="1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b="1" spc="-10" dirty="0">
                <a:latin typeface="Tahoma" panose="020B0604030504040204"/>
                <a:cs typeface="Tahoma" panose="020B0604030504040204"/>
              </a:rPr>
              <a:t>block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25400" marR="30480" algn="just">
              <a:lnSpc>
                <a:spcPct val="101000"/>
              </a:lnSpc>
              <a:spcBef>
                <a:spcPts val="710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Praesent</a:t>
            </a:r>
            <a:r>
              <a:rPr sz="1150" spc="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consectetur</a:t>
            </a:r>
            <a:r>
              <a:rPr sz="115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mi</a:t>
            </a:r>
            <a:r>
              <a:rPr sz="115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i="1" dirty="0">
                <a:latin typeface="Calibri" panose="020F0502020204030204"/>
                <a:cs typeface="Calibri" panose="020F0502020204030204"/>
              </a:rPr>
              <a:t>x</a:t>
            </a:r>
            <a:r>
              <a:rPr sz="1425" baseline="23000" dirty="0">
                <a:latin typeface="Georgia" panose="02040502050405020303"/>
                <a:cs typeface="Georgia" panose="02040502050405020303"/>
              </a:rPr>
              <a:t>2</a:t>
            </a:r>
            <a:r>
              <a:rPr sz="1425" spc="172" baseline="23000" dirty="0">
                <a:latin typeface="Georgia" panose="02040502050405020303"/>
                <a:cs typeface="Georgia" panose="02040502050405020303"/>
              </a:rPr>
              <a:t> </a:t>
            </a:r>
            <a:r>
              <a:rPr sz="1150" spc="85" dirty="0">
                <a:latin typeface="Georgia" panose="02040502050405020303"/>
                <a:cs typeface="Georgia" panose="02040502050405020303"/>
              </a:rPr>
              <a:t>+</a:t>
            </a:r>
            <a:r>
              <a:rPr sz="1150" spc="55" dirty="0">
                <a:latin typeface="Georgia" panose="02040502050405020303"/>
                <a:cs typeface="Georgia" panose="02040502050405020303"/>
              </a:rPr>
              <a:t> </a:t>
            </a:r>
            <a:r>
              <a:rPr sz="1150" i="1" dirty="0">
                <a:latin typeface="Calibri" panose="020F0502020204030204"/>
                <a:cs typeface="Calibri" panose="020F0502020204030204"/>
              </a:rPr>
              <a:t>y</a:t>
            </a:r>
            <a:r>
              <a:rPr sz="1425" baseline="23000" dirty="0">
                <a:latin typeface="Georgia" panose="02040502050405020303"/>
                <a:cs typeface="Georgia" panose="02040502050405020303"/>
              </a:rPr>
              <a:t>2</a:t>
            </a:r>
            <a:r>
              <a:rPr sz="1425" spc="292" baseline="23000" dirty="0">
                <a:latin typeface="Georgia" panose="02040502050405020303"/>
                <a:cs typeface="Georgia" panose="02040502050405020303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metus,</a:t>
            </a:r>
            <a:r>
              <a:rPr sz="1150" spc="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nec</a:t>
            </a:r>
            <a:r>
              <a:rPr sz="115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vestibulum</a:t>
            </a:r>
            <a:r>
              <a:rPr sz="115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justo</a:t>
            </a:r>
            <a:r>
              <a:rPr sz="115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viverra</a:t>
            </a:r>
            <a:r>
              <a:rPr sz="115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nec.</a:t>
            </a:r>
            <a:r>
              <a:rPr sz="1150" spc="38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Proin</a:t>
            </a:r>
            <a:r>
              <a:rPr sz="115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eget</a:t>
            </a:r>
            <a:r>
              <a:rPr sz="115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nulla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pretium,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egestas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magna 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aliquam,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mollis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neque.</a:t>
            </a:r>
            <a:r>
              <a:rPr sz="1150" spc="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Vivamus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dictum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165" dirty="0">
                <a:latin typeface="Segoe UI Symbol" panose="020B0502040204020203"/>
                <a:cs typeface="Segoe UI Symbol" panose="020B0502040204020203"/>
              </a:rPr>
              <a:t>u</a:t>
            </a:r>
            <a:r>
              <a:rPr sz="1425" spc="247" baseline="23000" dirty="0">
                <a:latin typeface="Arial MT"/>
                <a:cs typeface="Arial MT"/>
              </a:rPr>
              <a:t>|</a:t>
            </a:r>
            <a:r>
              <a:rPr sz="1150" spc="165" dirty="0">
                <a:latin typeface="Segoe UI Symbol" panose="020B0502040204020203"/>
                <a:cs typeface="Segoe UI Symbol" panose="020B0502040204020203"/>
              </a:rPr>
              <a:t>v</a:t>
            </a:r>
            <a:r>
              <a:rPr sz="1150" spc="-5" dirty="0">
                <a:latin typeface="Segoe UI Symbol" panose="020B0502040204020203"/>
                <a:cs typeface="Segoe UI Symbol" panose="020B0502040204020203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sagittis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odio,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vel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porta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erat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congue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sed.</a:t>
            </a:r>
            <a:r>
              <a:rPr sz="115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Maecenas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ut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dolor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quis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arcu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auctor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porttitor.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25400">
              <a:lnSpc>
                <a:spcPct val="100000"/>
              </a:lnSpc>
              <a:spcBef>
                <a:spcPts val="1140"/>
              </a:spcBef>
            </a:pPr>
            <a:r>
              <a:rPr sz="1150" b="1" spc="-70" dirty="0">
                <a:latin typeface="Tahoma" panose="020B0604030504040204"/>
                <a:cs typeface="Tahoma" panose="020B0604030504040204"/>
              </a:rPr>
              <a:t>Another</a:t>
            </a:r>
            <a:r>
              <a:rPr sz="1150" b="1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b="1" spc="-90" dirty="0">
                <a:latin typeface="Tahoma" panose="020B0604030504040204"/>
                <a:cs typeface="Tahoma" panose="020B0604030504040204"/>
              </a:rPr>
              <a:t>heading</a:t>
            </a:r>
            <a:r>
              <a:rPr sz="1150" b="1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b="1" spc="-80" dirty="0">
                <a:latin typeface="Tahoma" panose="020B0604030504040204"/>
                <a:cs typeface="Tahoma" panose="020B0604030504040204"/>
              </a:rPr>
              <a:t>inside</a:t>
            </a:r>
            <a:r>
              <a:rPr sz="1150" b="1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b="1" spc="-110" dirty="0">
                <a:latin typeface="Tahoma" panose="020B0604030504040204"/>
                <a:cs typeface="Tahoma" panose="020B0604030504040204"/>
              </a:rPr>
              <a:t>a</a:t>
            </a:r>
            <a:r>
              <a:rPr sz="1150" b="1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b="1" spc="-10" dirty="0">
                <a:latin typeface="Tahoma" panose="020B0604030504040204"/>
                <a:cs typeface="Tahoma" panose="020B0604030504040204"/>
              </a:rPr>
              <a:t>block</a:t>
            </a:r>
            <a:endParaRPr sz="11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3643134" y="4623587"/>
            <a:ext cx="589851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Sed</a:t>
            </a:r>
            <a:r>
              <a:rPr sz="115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augue</a:t>
            </a:r>
            <a:r>
              <a:rPr sz="115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erat,</a:t>
            </a:r>
            <a:r>
              <a:rPr sz="1150" spc="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scelerisque</a:t>
            </a:r>
            <a:r>
              <a:rPr sz="115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</a:t>
            </a:r>
            <a:r>
              <a:rPr sz="115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purus</a:t>
            </a:r>
            <a:r>
              <a:rPr sz="115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ultricies,</a:t>
            </a:r>
            <a:r>
              <a:rPr sz="115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placerat</a:t>
            </a:r>
            <a:r>
              <a:rPr sz="1150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porttitor</a:t>
            </a:r>
            <a:r>
              <a:rPr sz="115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neque.</a:t>
            </a:r>
            <a:r>
              <a:rPr sz="1150" spc="31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Donec</a:t>
            </a:r>
            <a:r>
              <a:rPr sz="115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i="1" spc="125" dirty="0">
                <a:latin typeface="Calibri" panose="020F0502020204030204"/>
                <a:cs typeface="Calibri" panose="020F0502020204030204"/>
              </a:rPr>
              <a:t>P</a:t>
            </a:r>
            <a:r>
              <a:rPr sz="1150" i="1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latin typeface="Georgia" panose="02040502050405020303"/>
                <a:cs typeface="Georgia" panose="02040502050405020303"/>
              </a:rPr>
              <a:t>(</a:t>
            </a:r>
            <a:r>
              <a:rPr sz="1150" i="1" dirty="0">
                <a:latin typeface="Calibri" panose="020F0502020204030204"/>
                <a:cs typeface="Calibri" panose="020F0502020204030204"/>
              </a:rPr>
              <a:t>y</a:t>
            </a:r>
            <a:r>
              <a:rPr sz="1150" i="1" spc="260" dirty="0"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latin typeface="Cambria" panose="02040503050406030204"/>
                <a:cs typeface="Cambria" panose="02040503050406030204"/>
              </a:rPr>
              <a:t>|</a:t>
            </a:r>
            <a:r>
              <a:rPr sz="1150" spc="229" dirty="0">
                <a:latin typeface="Cambria" panose="02040503050406030204"/>
                <a:cs typeface="Cambria" panose="02040503050406030204"/>
              </a:rPr>
              <a:t> </a:t>
            </a:r>
            <a:r>
              <a:rPr sz="1150" i="1" spc="50" dirty="0">
                <a:latin typeface="Calibri" panose="020F0502020204030204"/>
                <a:cs typeface="Calibri" panose="020F0502020204030204"/>
              </a:rPr>
              <a:t>x</a:t>
            </a:r>
            <a:r>
              <a:rPr sz="1150" spc="50" dirty="0">
                <a:latin typeface="Georgia" panose="02040502050405020303"/>
                <a:cs typeface="Georgia" panose="02040502050405020303"/>
              </a:rPr>
              <a:t>)</a:t>
            </a:r>
            <a:r>
              <a:rPr sz="1150" spc="95" dirty="0">
                <a:latin typeface="Georgia" panose="02040502050405020303"/>
                <a:cs typeface="Georgia" panose="02040502050405020303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fer-</a:t>
            </a:r>
            <a:endParaRPr sz="11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3617734" y="4800232"/>
            <a:ext cx="594931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mentum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consectetur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175" dirty="0">
                <a:latin typeface="Cambria" panose="02040503050406030204"/>
                <a:cs typeface="Cambria" panose="02040503050406030204"/>
              </a:rPr>
              <a:t>∇</a:t>
            </a:r>
            <a:r>
              <a:rPr sz="1425" i="1" spc="262" baseline="-9000" dirty="0">
                <a:latin typeface="Calibri" panose="020F0502020204030204"/>
                <a:cs typeface="Calibri" panose="020F0502020204030204"/>
              </a:rPr>
              <a:t>x</a:t>
            </a:r>
            <a:r>
              <a:rPr sz="1150" i="1" spc="175" dirty="0">
                <a:latin typeface="Calibri" panose="020F0502020204030204"/>
                <a:cs typeface="Calibri" panose="020F0502020204030204"/>
              </a:rPr>
              <a:t>P</a:t>
            </a:r>
            <a:r>
              <a:rPr sz="1150" i="1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latin typeface="Georgia" panose="02040502050405020303"/>
                <a:cs typeface="Georgia" panose="02040502050405020303"/>
              </a:rPr>
              <a:t>(</a:t>
            </a:r>
            <a:r>
              <a:rPr sz="1150" i="1" dirty="0">
                <a:latin typeface="Calibri" panose="020F0502020204030204"/>
                <a:cs typeface="Calibri" panose="020F0502020204030204"/>
              </a:rPr>
              <a:t>y</a:t>
            </a:r>
            <a:r>
              <a:rPr sz="1150" i="1" spc="170" dirty="0"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latin typeface="Cambria" panose="02040503050406030204"/>
                <a:cs typeface="Cambria" panose="02040503050406030204"/>
              </a:rPr>
              <a:t>|</a:t>
            </a:r>
            <a:r>
              <a:rPr sz="1150" spc="140" dirty="0">
                <a:latin typeface="Cambria" panose="02040503050406030204"/>
                <a:cs typeface="Cambria" panose="02040503050406030204"/>
              </a:rPr>
              <a:t> </a:t>
            </a:r>
            <a:r>
              <a:rPr sz="1150" i="1" spc="50" dirty="0">
                <a:latin typeface="Calibri" panose="020F0502020204030204"/>
                <a:cs typeface="Calibri" panose="020F0502020204030204"/>
              </a:rPr>
              <a:t>x</a:t>
            </a:r>
            <a:r>
              <a:rPr sz="1150" spc="50" dirty="0">
                <a:latin typeface="Georgia" panose="02040502050405020303"/>
                <a:cs typeface="Georgia" panose="02040502050405020303"/>
              </a:rPr>
              <a:t>)</a:t>
            </a:r>
            <a:r>
              <a:rPr sz="1150" spc="60" dirty="0">
                <a:latin typeface="Georgia" panose="02040502050405020303"/>
                <a:cs typeface="Georgia" panose="02040502050405020303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sapien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sagittis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egestas.</a:t>
            </a:r>
            <a:r>
              <a:rPr sz="1150" spc="1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Duis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eget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leo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euismod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nunc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viverra</a:t>
            </a:r>
            <a:endParaRPr sz="11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3643134" y="4976877"/>
            <a:ext cx="140843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latin typeface="Tahoma" panose="020B0604030504040204"/>
                <a:cs typeface="Tahoma" panose="020B0604030504040204"/>
              </a:rPr>
              <a:t>imperdiet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nec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id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justo.</a:t>
            </a:r>
            <a:endParaRPr sz="11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4904313" y="5416980"/>
            <a:ext cx="336359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8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Nullam</a:t>
            </a:r>
            <a:r>
              <a:rPr sz="1350" b="1" spc="-6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1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vel</a:t>
            </a:r>
            <a:r>
              <a:rPr sz="1350" b="1" spc="-6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1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erat</a:t>
            </a:r>
            <a:r>
              <a:rPr sz="1350" b="1" spc="-1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1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at</a:t>
            </a:r>
            <a:r>
              <a:rPr sz="1350" b="1" spc="-6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1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velit</a:t>
            </a:r>
            <a:r>
              <a:rPr sz="1350" b="1" spc="-5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50" b="1" spc="1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convallis</a:t>
            </a:r>
            <a:r>
              <a:rPr sz="1350" b="1" spc="-1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 laoreet</a:t>
            </a:r>
            <a:endParaRPr sz="13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3570249" y="5705898"/>
            <a:ext cx="6031865" cy="0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4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13557549" y="5767979"/>
            <a:ext cx="6057265" cy="554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  <a:spcBef>
                <a:spcPts val="90"/>
              </a:spcBef>
            </a:pPr>
            <a:r>
              <a:rPr sz="1150" spc="-25" dirty="0">
                <a:latin typeface="Tahoma" panose="020B0604030504040204"/>
                <a:cs typeface="Tahoma" panose="020B0604030504040204"/>
              </a:rPr>
              <a:t>Class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aptent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taciti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sociosqu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5" dirty="0">
                <a:latin typeface="Tahoma" panose="020B0604030504040204"/>
                <a:cs typeface="Tahoma" panose="020B0604030504040204"/>
              </a:rPr>
              <a:t>ad</a:t>
            </a:r>
            <a:r>
              <a:rPr sz="1150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litora</a:t>
            </a:r>
            <a:r>
              <a:rPr sz="115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torquent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per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conubia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nostra,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per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inceptos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himenaeos.</a:t>
            </a:r>
            <a:r>
              <a:rPr sz="1150" spc="19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Phasel- </a:t>
            </a:r>
            <a:r>
              <a:rPr sz="1150" dirty="0">
                <a:latin typeface="Tahoma" panose="020B0604030504040204"/>
                <a:cs typeface="Tahoma" panose="020B0604030504040204"/>
              </a:rPr>
              <a:t>lus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libero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enim,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gravida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sed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erat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sit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amet,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scelerisque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congue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diam.</a:t>
            </a:r>
            <a:r>
              <a:rPr sz="1150" spc="10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Fusce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dapibus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dui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ut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augue pulvinar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iaculis.</a:t>
            </a:r>
            <a:endParaRPr sz="11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4924307" y="6438010"/>
            <a:ext cx="3323590" cy="12065"/>
          </a:xfrm>
          <a:custGeom>
            <a:avLst/>
            <a:gdLst/>
            <a:ahLst/>
            <a:cxnLst/>
            <a:rect l="l" t="t" r="r" b="b"/>
            <a:pathLst>
              <a:path w="3323590" h="12064">
                <a:moveTo>
                  <a:pt x="3323181" y="0"/>
                </a:moveTo>
                <a:lnTo>
                  <a:pt x="0" y="0"/>
                </a:lnTo>
                <a:lnTo>
                  <a:pt x="0" y="11719"/>
                </a:lnTo>
                <a:lnTo>
                  <a:pt x="3323181" y="11719"/>
                </a:lnTo>
                <a:lnTo>
                  <a:pt x="33231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4946932" y="6455227"/>
            <a:ext cx="3278504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First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column</a:t>
            </a:r>
            <a:r>
              <a:rPr sz="1150" spc="2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Second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column</a:t>
            </a:r>
            <a:r>
              <a:rPr sz="1150" spc="204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Third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column</a:t>
            </a:r>
            <a:r>
              <a:rPr sz="1150" spc="2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Fourth</a:t>
            </a:r>
            <a:endParaRPr sz="1150">
              <a:latin typeface="Tahoma" panose="020B0604030504040204"/>
              <a:cs typeface="Tahoma" panose="020B0604030504040204"/>
            </a:endParaRPr>
          </a:p>
        </p:txBody>
      </p:sp>
      <p:graphicFrame>
        <p:nvGraphicFramePr>
          <p:cNvPr id="68" name="object 68"/>
          <p:cNvGraphicFramePr>
            <a:graphicFrameLocks noGrp="1"/>
          </p:cNvGraphicFramePr>
          <p:nvPr/>
        </p:nvGraphicFramePr>
        <p:xfrm>
          <a:off x="14924307" y="6696337"/>
          <a:ext cx="3399790" cy="781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4880"/>
                <a:gridCol w="1160780"/>
                <a:gridCol w="802639"/>
                <a:gridCol w="415925"/>
              </a:tblGrid>
              <a:tr h="202565">
                <a:tc>
                  <a:txBody>
                    <a:bodyPr/>
                    <a:lstStyle/>
                    <a:p>
                      <a:pPr marL="34925">
                        <a:lnSpc>
                          <a:spcPts val="1320"/>
                        </a:lnSpc>
                        <a:spcBef>
                          <a:spcPts val="175"/>
                        </a:spcBef>
                      </a:pPr>
                      <a:r>
                        <a:rPr sz="1150" spc="-25" dirty="0">
                          <a:latin typeface="Tahoma" panose="020B0604030504040204"/>
                          <a:cs typeface="Tahoma" panose="020B0604030504040204"/>
                        </a:rPr>
                        <a:t>Foo</a:t>
                      </a:r>
                      <a:endParaRPr sz="11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222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17805" algn="r">
                        <a:lnSpc>
                          <a:spcPts val="1320"/>
                        </a:lnSpc>
                        <a:spcBef>
                          <a:spcPts val="175"/>
                        </a:spcBef>
                      </a:pPr>
                      <a:r>
                        <a:rPr sz="1150" spc="-10" dirty="0">
                          <a:latin typeface="Tahoma" panose="020B0604030504040204"/>
                          <a:cs typeface="Tahoma" panose="020B0604030504040204"/>
                        </a:rPr>
                        <a:t>13.37</a:t>
                      </a:r>
                      <a:endParaRPr sz="11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222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11760" algn="r">
                        <a:lnSpc>
                          <a:spcPts val="1320"/>
                        </a:lnSpc>
                        <a:spcBef>
                          <a:spcPts val="175"/>
                        </a:spcBef>
                      </a:pPr>
                      <a:r>
                        <a:rPr sz="1150" spc="-10" dirty="0">
                          <a:latin typeface="Tahoma" panose="020B0604030504040204"/>
                          <a:cs typeface="Tahoma" panose="020B0604030504040204"/>
                        </a:rPr>
                        <a:t>384,394</a:t>
                      </a:r>
                      <a:endParaRPr sz="11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222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ts val="1320"/>
                        </a:lnSpc>
                        <a:spcBef>
                          <a:spcPts val="175"/>
                        </a:spcBef>
                      </a:pPr>
                      <a:r>
                        <a:rPr sz="1150" i="1" spc="15" dirty="0">
                          <a:latin typeface="Calibri" panose="020F0502020204030204"/>
                          <a:cs typeface="Calibri" panose="020F0502020204030204"/>
                        </a:rPr>
                        <a:t>α</a:t>
                      </a:r>
                      <a:endParaRPr sz="11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22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marL="34925">
                        <a:lnSpc>
                          <a:spcPts val="1290"/>
                        </a:lnSpc>
                      </a:pPr>
                      <a:r>
                        <a:rPr sz="1150" spc="-25" dirty="0">
                          <a:latin typeface="Tahoma" panose="020B0604030504040204"/>
                          <a:cs typeface="Tahoma" panose="020B0604030504040204"/>
                        </a:rPr>
                        <a:t>Bar</a:t>
                      </a:r>
                      <a:endParaRPr sz="11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7805" algn="r">
                        <a:lnSpc>
                          <a:spcPts val="1290"/>
                        </a:lnSpc>
                      </a:pPr>
                      <a:r>
                        <a:rPr sz="1150" spc="-20" dirty="0">
                          <a:latin typeface="Tahoma" panose="020B0604030504040204"/>
                          <a:cs typeface="Tahoma" panose="020B0604030504040204"/>
                        </a:rPr>
                        <a:t>2.17</a:t>
                      </a:r>
                      <a:endParaRPr sz="11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1760" algn="r">
                        <a:lnSpc>
                          <a:spcPts val="1290"/>
                        </a:lnSpc>
                      </a:pPr>
                      <a:r>
                        <a:rPr sz="1150" spc="-10" dirty="0">
                          <a:latin typeface="Tahoma" panose="020B0604030504040204"/>
                          <a:cs typeface="Tahoma" panose="020B0604030504040204"/>
                        </a:rPr>
                        <a:t>1,392</a:t>
                      </a:r>
                      <a:endParaRPr sz="11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ts val="1290"/>
                        </a:lnSpc>
                      </a:pPr>
                      <a:r>
                        <a:rPr sz="1150" i="1" spc="-50" dirty="0">
                          <a:latin typeface="Calibri" panose="020F0502020204030204"/>
                          <a:cs typeface="Calibri" panose="020F0502020204030204"/>
                        </a:rPr>
                        <a:t>β</a:t>
                      </a:r>
                      <a:endParaRPr sz="11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</a:tr>
              <a:tr h="176530">
                <a:tc>
                  <a:txBody>
                    <a:bodyPr/>
                    <a:lstStyle/>
                    <a:p>
                      <a:pPr marL="34925">
                        <a:lnSpc>
                          <a:spcPts val="1290"/>
                        </a:lnSpc>
                      </a:pPr>
                      <a:r>
                        <a:rPr sz="1150" spc="-25" dirty="0">
                          <a:latin typeface="Tahoma" panose="020B0604030504040204"/>
                          <a:cs typeface="Tahoma" panose="020B0604030504040204"/>
                        </a:rPr>
                        <a:t>Baz</a:t>
                      </a:r>
                      <a:endParaRPr sz="11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7805" algn="r">
                        <a:lnSpc>
                          <a:spcPts val="1290"/>
                        </a:lnSpc>
                      </a:pPr>
                      <a:r>
                        <a:rPr sz="1150" spc="-20" dirty="0">
                          <a:latin typeface="Tahoma" panose="020B0604030504040204"/>
                          <a:cs typeface="Tahoma" panose="020B0604030504040204"/>
                        </a:rPr>
                        <a:t>3.14</a:t>
                      </a:r>
                      <a:endParaRPr sz="11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1760" algn="r">
                        <a:lnSpc>
                          <a:spcPts val="1290"/>
                        </a:lnSpc>
                      </a:pPr>
                      <a:r>
                        <a:rPr sz="1150" spc="-10" dirty="0">
                          <a:latin typeface="Tahoma" panose="020B0604030504040204"/>
                          <a:cs typeface="Tahoma" panose="020B0604030504040204"/>
                        </a:rPr>
                        <a:t>83,742</a:t>
                      </a:r>
                      <a:endParaRPr sz="11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ts val="1290"/>
                        </a:lnSpc>
                      </a:pPr>
                      <a:r>
                        <a:rPr sz="1150" i="1" spc="-50" dirty="0">
                          <a:latin typeface="Calibri" panose="020F0502020204030204"/>
                          <a:cs typeface="Calibri" panose="020F0502020204030204"/>
                        </a:rPr>
                        <a:t>δ</a:t>
                      </a:r>
                      <a:endParaRPr sz="11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</a:tr>
              <a:tr h="226060">
                <a:tc>
                  <a:txBody>
                    <a:bodyPr/>
                    <a:lstStyle/>
                    <a:p>
                      <a:pPr marL="34925">
                        <a:lnSpc>
                          <a:spcPts val="1350"/>
                        </a:lnSpc>
                      </a:pPr>
                      <a:r>
                        <a:rPr sz="1150" spc="-25" dirty="0">
                          <a:latin typeface="Tahoma" panose="020B0604030504040204"/>
                          <a:cs typeface="Tahoma" panose="020B0604030504040204"/>
                        </a:rPr>
                        <a:t>Qux</a:t>
                      </a:r>
                      <a:endParaRPr sz="11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7805" algn="r">
                        <a:lnSpc>
                          <a:spcPts val="1350"/>
                        </a:lnSpc>
                      </a:pPr>
                      <a:r>
                        <a:rPr sz="1150" spc="-20" dirty="0">
                          <a:latin typeface="Tahoma" panose="020B0604030504040204"/>
                          <a:cs typeface="Tahoma" panose="020B0604030504040204"/>
                        </a:rPr>
                        <a:t>7.59</a:t>
                      </a:r>
                      <a:endParaRPr sz="11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1760" algn="r">
                        <a:lnSpc>
                          <a:spcPts val="1350"/>
                        </a:lnSpc>
                      </a:pPr>
                      <a:r>
                        <a:rPr sz="1150" spc="-25" dirty="0">
                          <a:latin typeface="Tahoma" panose="020B0604030504040204"/>
                          <a:cs typeface="Tahoma" panose="020B0604030504040204"/>
                        </a:rPr>
                        <a:t>974</a:t>
                      </a:r>
                      <a:endParaRPr sz="11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350"/>
                        </a:lnSpc>
                      </a:pPr>
                      <a:r>
                        <a:rPr sz="1150" i="1" spc="20" dirty="0">
                          <a:latin typeface="Calibri" panose="020F0502020204030204"/>
                          <a:cs typeface="Calibri" panose="020F0502020204030204"/>
                        </a:rPr>
                        <a:t>γ</a:t>
                      </a:r>
                      <a:endParaRPr sz="11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9" name="object 69"/>
          <p:cNvSpPr txBox="1"/>
          <p:nvPr/>
        </p:nvSpPr>
        <p:spPr>
          <a:xfrm>
            <a:off x="15945986" y="7570781"/>
            <a:ext cx="128016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30" dirty="0">
                <a:solidFill>
                  <a:srgbClr val="003E72"/>
                </a:solidFill>
                <a:latin typeface="Tahoma" panose="020B0604030504040204"/>
                <a:cs typeface="Tahoma" panose="020B0604030504040204"/>
              </a:rPr>
              <a:t>Table</a:t>
            </a:r>
            <a:r>
              <a:rPr sz="950" spc="-40" dirty="0">
                <a:solidFill>
                  <a:srgbClr val="003E7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-20" dirty="0">
                <a:solidFill>
                  <a:srgbClr val="003E72"/>
                </a:solidFill>
                <a:latin typeface="Tahoma" panose="020B0604030504040204"/>
                <a:cs typeface="Tahoma" panose="020B0604030504040204"/>
              </a:rPr>
              <a:t>1.</a:t>
            </a:r>
            <a:r>
              <a:rPr sz="950" spc="-70" dirty="0">
                <a:solidFill>
                  <a:srgbClr val="003E7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50" dirty="0">
                <a:latin typeface="Tahoma" panose="020B0604030504040204"/>
                <a:cs typeface="Tahoma" panose="020B0604030504040204"/>
              </a:rPr>
              <a:t>A</a:t>
            </a:r>
            <a:r>
              <a:rPr sz="9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950" dirty="0">
                <a:latin typeface="Tahoma" panose="020B0604030504040204"/>
                <a:cs typeface="Tahoma" panose="020B0604030504040204"/>
              </a:rPr>
              <a:t>table</a:t>
            </a:r>
            <a:r>
              <a:rPr sz="9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950" spc="-10" dirty="0">
                <a:latin typeface="Tahoma" panose="020B0604030504040204"/>
                <a:cs typeface="Tahoma" panose="020B0604030504040204"/>
              </a:rPr>
              <a:t>caption.</a:t>
            </a:r>
            <a:endParaRPr sz="9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3557549" y="7912065"/>
            <a:ext cx="6057265" cy="1864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  <a:spcBef>
                <a:spcPts val="90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Donec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quis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posuere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ligula.</a:t>
            </a:r>
            <a:r>
              <a:rPr sz="1150" spc="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Nunc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feugiat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elit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mi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malesuada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consequat.</a:t>
            </a:r>
            <a:r>
              <a:rPr sz="1150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Sed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imperdiet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augue</a:t>
            </a:r>
            <a:r>
              <a:rPr sz="115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ac </a:t>
            </a:r>
            <a:r>
              <a:rPr sz="1150" dirty="0">
                <a:latin typeface="Tahoma" panose="020B0604030504040204"/>
                <a:cs typeface="Tahoma" panose="020B0604030504040204"/>
              </a:rPr>
              <a:t>nibh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aliquet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tristique.</a:t>
            </a:r>
            <a:r>
              <a:rPr sz="1150" spc="1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Aenean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eu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tortor</a:t>
            </a:r>
            <a:r>
              <a:rPr sz="115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vulputate,</a:t>
            </a:r>
            <a:r>
              <a:rPr sz="115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eleifend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lorem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in,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dictum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urna.</a:t>
            </a:r>
            <a:r>
              <a:rPr sz="1150" spc="1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Proin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auctor </a:t>
            </a:r>
            <a:r>
              <a:rPr sz="1150" dirty="0">
                <a:latin typeface="Tahoma" panose="020B0604030504040204"/>
                <a:cs typeface="Tahoma" panose="020B0604030504040204"/>
              </a:rPr>
              <a:t>ante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in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augue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tincidunt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tempor.</a:t>
            </a:r>
            <a:r>
              <a:rPr sz="1150" spc="1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Proin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pellentesque</a:t>
            </a:r>
            <a:r>
              <a:rPr sz="115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vulputate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odio,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ac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gravida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nulla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posuere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ef-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ficitur.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Aenean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at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velit</a:t>
            </a:r>
            <a:r>
              <a:rPr sz="115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vel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dolor</a:t>
            </a:r>
            <a:r>
              <a:rPr sz="115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blandit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molestie.</a:t>
            </a:r>
            <a:r>
              <a:rPr sz="1150" spc="10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Mauris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laoreet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commodo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quam,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non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luctus</a:t>
            </a:r>
            <a:r>
              <a:rPr sz="115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nibh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ullamcorper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in.</a:t>
            </a:r>
            <a:r>
              <a:rPr sz="1150" spc="20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Class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aptent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taciti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sociosqu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ad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litora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torquent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per</a:t>
            </a:r>
            <a:r>
              <a:rPr sz="115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conubia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nostra,</a:t>
            </a:r>
            <a:r>
              <a:rPr sz="115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per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inceptos himenaeos.</a:t>
            </a:r>
            <a:endParaRPr sz="1150">
              <a:latin typeface="Tahoma" panose="020B0604030504040204"/>
              <a:cs typeface="Tahoma" panose="020B0604030504040204"/>
            </a:endParaRPr>
          </a:p>
          <a:p>
            <a:pPr marL="12700" marR="5080" algn="just">
              <a:lnSpc>
                <a:spcPct val="101000"/>
              </a:lnSpc>
              <a:spcBef>
                <a:spcPts val="575"/>
              </a:spcBef>
            </a:pPr>
            <a:r>
              <a:rPr sz="1150" dirty="0">
                <a:latin typeface="Tahoma" panose="020B0604030504040204"/>
                <a:cs typeface="Tahoma" panose="020B0604030504040204"/>
              </a:rPr>
              <a:t>Nulla</a:t>
            </a:r>
            <a:r>
              <a:rPr sz="1150" spc="3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varius</a:t>
            </a:r>
            <a:r>
              <a:rPr sz="1150" spc="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finibus</a:t>
            </a:r>
            <a:r>
              <a:rPr sz="1150" spc="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volutpat.</a:t>
            </a:r>
            <a:r>
              <a:rPr sz="1150" spc="4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Mauris</a:t>
            </a:r>
            <a:r>
              <a:rPr sz="1150" spc="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molestie</a:t>
            </a:r>
            <a:r>
              <a:rPr sz="1150" spc="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lorem</a:t>
            </a:r>
            <a:r>
              <a:rPr sz="1150" spc="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tincidunt,</a:t>
            </a:r>
            <a:r>
              <a:rPr sz="1150" spc="9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iaculis</a:t>
            </a:r>
            <a:r>
              <a:rPr sz="1150" spc="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libero</a:t>
            </a:r>
            <a:r>
              <a:rPr sz="1150" spc="6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at,</a:t>
            </a:r>
            <a:r>
              <a:rPr sz="1150" spc="9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gravida</a:t>
            </a:r>
            <a:r>
              <a:rPr sz="1150" spc="5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ante. </a:t>
            </a:r>
            <a:r>
              <a:rPr sz="1150" dirty="0">
                <a:latin typeface="Tahoma" panose="020B0604030504040204"/>
                <a:cs typeface="Tahoma" panose="020B0604030504040204"/>
              </a:rPr>
              <a:t>Phasellus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at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felis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eu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neque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suscipit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suscipit.</a:t>
            </a:r>
            <a:r>
              <a:rPr sz="1150" spc="229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5" dirty="0">
                <a:latin typeface="Tahoma" panose="020B0604030504040204"/>
                <a:cs typeface="Tahoma" panose="020B0604030504040204"/>
              </a:rPr>
              <a:t>Integer</a:t>
            </a:r>
            <a:r>
              <a:rPr sz="1150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ullamcorper,</a:t>
            </a:r>
            <a:r>
              <a:rPr sz="1150" dirty="0">
                <a:latin typeface="Tahoma" panose="020B0604030504040204"/>
                <a:cs typeface="Tahoma" panose="020B0604030504040204"/>
              </a:rPr>
              <a:t> dui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nec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pretium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ornare,</a:t>
            </a:r>
            <a:r>
              <a:rPr sz="115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urna </a:t>
            </a:r>
            <a:r>
              <a:rPr sz="1150" dirty="0">
                <a:latin typeface="Tahoma" panose="020B0604030504040204"/>
                <a:cs typeface="Tahoma" panose="020B0604030504040204"/>
              </a:rPr>
              <a:t>dolor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consequat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libero,</a:t>
            </a:r>
            <a:r>
              <a:rPr sz="115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in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feugiat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elit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lorem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euismod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lacus.</a:t>
            </a:r>
            <a:r>
              <a:rPr sz="1150" spc="24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Pellentesque</a:t>
            </a:r>
            <a:r>
              <a:rPr sz="1150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sit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amet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150" dirty="0">
                <a:latin typeface="Tahoma" panose="020B0604030504040204"/>
                <a:cs typeface="Tahoma" panose="020B0604030504040204"/>
              </a:rPr>
              <a:t>dolor</a:t>
            </a:r>
            <a:r>
              <a:rPr sz="115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mollis, auctor</a:t>
            </a:r>
            <a:r>
              <a:rPr sz="11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urna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non,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10" dirty="0">
                <a:latin typeface="Tahoma" panose="020B0604030504040204"/>
                <a:cs typeface="Tahoma" panose="020B0604030504040204"/>
              </a:rPr>
              <a:t>tempus</a:t>
            </a:r>
            <a:r>
              <a:rPr sz="115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150" spc="-20" dirty="0">
                <a:latin typeface="Tahoma" panose="020B0604030504040204"/>
                <a:cs typeface="Tahoma" panose="020B0604030504040204"/>
              </a:rPr>
              <a:t>sem.</a:t>
            </a:r>
            <a:endParaRPr sz="11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6097956" y="9940725"/>
            <a:ext cx="975994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10" dirty="0">
                <a:solidFill>
                  <a:srgbClr val="003E72"/>
                </a:solidFill>
                <a:latin typeface="Trebuchet MS" panose="020B0603020202020204"/>
                <a:cs typeface="Trebuchet MS" panose="020B0603020202020204"/>
              </a:rPr>
              <a:t>References</a:t>
            </a:r>
            <a:endParaRPr sz="13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3570249" y="10229643"/>
            <a:ext cx="6031865" cy="0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46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13557549" y="10339985"/>
            <a:ext cx="51841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ahoma" panose="020B0604030504040204"/>
                <a:cs typeface="Tahoma" panose="020B0604030504040204"/>
              </a:rPr>
              <a:t>[1]</a:t>
            </a:r>
            <a:r>
              <a:rPr sz="800" spc="254" dirty="0">
                <a:latin typeface="Tahoma" panose="020B0604030504040204"/>
                <a:cs typeface="Tahoma" panose="020B0604030504040204"/>
              </a:rPr>
              <a:t> </a:t>
            </a:r>
            <a:r>
              <a:rPr sz="800" dirty="0">
                <a:latin typeface="Tahoma" panose="020B0604030504040204"/>
                <a:cs typeface="Tahoma" panose="020B0604030504040204"/>
              </a:rPr>
              <a:t>Claude</a:t>
            </a:r>
            <a:r>
              <a:rPr sz="8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800" spc="-20" dirty="0">
                <a:latin typeface="Tahoma" panose="020B0604030504040204"/>
                <a:cs typeface="Tahoma" panose="020B0604030504040204"/>
              </a:rPr>
              <a:t>E.</a:t>
            </a:r>
            <a:r>
              <a:rPr sz="8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800" spc="-10" dirty="0">
                <a:latin typeface="Tahoma" panose="020B0604030504040204"/>
                <a:cs typeface="Tahoma" panose="020B0604030504040204"/>
              </a:rPr>
              <a:t>Shannon.</a:t>
            </a:r>
            <a:r>
              <a:rPr sz="80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800" dirty="0">
                <a:latin typeface="Tahoma" panose="020B0604030504040204"/>
                <a:cs typeface="Tahoma" panose="020B0604030504040204"/>
              </a:rPr>
              <a:t>A</a:t>
            </a:r>
            <a:r>
              <a:rPr sz="800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800" spc="-20" dirty="0">
                <a:latin typeface="Tahoma" panose="020B0604030504040204"/>
                <a:cs typeface="Tahoma" panose="020B0604030504040204"/>
              </a:rPr>
              <a:t>mathematical</a:t>
            </a:r>
            <a:r>
              <a:rPr sz="8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800" dirty="0">
                <a:latin typeface="Tahoma" panose="020B0604030504040204"/>
                <a:cs typeface="Tahoma" panose="020B0604030504040204"/>
              </a:rPr>
              <a:t>theory</a:t>
            </a:r>
            <a:r>
              <a:rPr sz="8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800" dirty="0">
                <a:latin typeface="Tahoma" panose="020B0604030504040204"/>
                <a:cs typeface="Tahoma" panose="020B0604030504040204"/>
              </a:rPr>
              <a:t>of</a:t>
            </a:r>
            <a:r>
              <a:rPr sz="8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800" spc="-10" dirty="0">
                <a:latin typeface="Tahoma" panose="020B0604030504040204"/>
                <a:cs typeface="Tahoma" panose="020B0604030504040204"/>
              </a:rPr>
              <a:t>communication.</a:t>
            </a:r>
            <a:r>
              <a:rPr sz="800" spc="60" dirty="0">
                <a:latin typeface="Tahoma" panose="020B0604030504040204"/>
                <a:cs typeface="Tahoma" panose="020B0604030504040204"/>
              </a:rPr>
              <a:t> </a:t>
            </a:r>
            <a:r>
              <a:rPr sz="800" i="1" spc="-60" dirty="0">
                <a:latin typeface="Trebuchet MS" panose="020B0603020202020204"/>
                <a:cs typeface="Trebuchet MS" panose="020B0603020202020204"/>
              </a:rPr>
              <a:t>Bell</a:t>
            </a:r>
            <a:r>
              <a:rPr sz="800" i="1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800" i="1" spc="-45" dirty="0">
                <a:latin typeface="Trebuchet MS" panose="020B0603020202020204"/>
                <a:cs typeface="Trebuchet MS" panose="020B0603020202020204"/>
              </a:rPr>
              <a:t>System</a:t>
            </a:r>
            <a:r>
              <a:rPr sz="800" i="1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800" i="1" spc="-60" dirty="0">
                <a:latin typeface="Trebuchet MS" panose="020B0603020202020204"/>
                <a:cs typeface="Trebuchet MS" panose="020B0603020202020204"/>
              </a:rPr>
              <a:t>Technical Journal</a:t>
            </a:r>
            <a:r>
              <a:rPr sz="800" spc="-60" dirty="0">
                <a:latin typeface="Tahoma" panose="020B0604030504040204"/>
                <a:cs typeface="Tahoma" panose="020B0604030504040204"/>
              </a:rPr>
              <a:t>,</a:t>
            </a:r>
            <a:r>
              <a:rPr sz="8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800" spc="-10" dirty="0">
                <a:latin typeface="Tahoma" panose="020B0604030504040204"/>
                <a:cs typeface="Tahoma" panose="020B0604030504040204"/>
              </a:rPr>
              <a:t>27(3):379–423,</a:t>
            </a:r>
            <a:r>
              <a:rPr sz="8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800" spc="-10" dirty="0">
                <a:latin typeface="Tahoma" panose="020B0604030504040204"/>
                <a:cs typeface="Tahoma" panose="020B0604030504040204"/>
              </a:rPr>
              <a:t>1948.</a:t>
            </a:r>
            <a:endParaRPr sz="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0" y="11224260"/>
            <a:ext cx="20104100" cy="838200"/>
          </a:xfrm>
          <a:custGeom>
            <a:avLst/>
            <a:gdLst/>
            <a:ahLst/>
            <a:cxnLst/>
            <a:rect l="l" t="t" r="r" b="b"/>
            <a:pathLst>
              <a:path w="20104100" h="370204">
                <a:moveTo>
                  <a:pt x="20104099" y="0"/>
                </a:moveTo>
                <a:lnTo>
                  <a:pt x="0" y="0"/>
                </a:lnTo>
                <a:lnTo>
                  <a:pt x="0" y="370051"/>
                </a:lnTo>
                <a:lnTo>
                  <a:pt x="20104099" y="370051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374521" y="11566873"/>
            <a:ext cx="1830705" cy="18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1150" b="1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rPr>
              <a:t>https://www.cineconf.org</a:t>
            </a:r>
            <a:endParaRPr lang="en-US" altLang="en-US" sz="1150" b="1">
              <a:solidFill>
                <a:schemeClr val="bg1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308850" y="11567160"/>
            <a:ext cx="5721350" cy="25400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115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Tech4Change:</a:t>
            </a:r>
            <a:r>
              <a:rPr sz="115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altLang="en-US" sz="1150" spc="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 CINE-2026 Project Innovation Contest</a:t>
            </a:r>
            <a:r>
              <a:rPr sz="115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,</a:t>
            </a:r>
            <a:r>
              <a:rPr sz="115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altLang="en-US" sz="1150" spc="8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Bhubaneswar</a:t>
            </a:r>
            <a:r>
              <a:rPr sz="115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50" spc="18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—</a:t>
            </a:r>
            <a:r>
              <a:rPr sz="115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lang="en-US" altLang="en-US" sz="1150" spc="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751024</a:t>
            </a:r>
            <a:endParaRPr lang="en-US" altLang="en-US" sz="11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206536" y="7175213"/>
            <a:ext cx="2082164" cy="18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1150" u="sng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authormail</a:t>
            </a:r>
            <a:r>
              <a:rPr sz="1150" u="sng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1"/>
              </a:rPr>
              <a:t>@exam</a:t>
            </a:r>
            <a:r>
              <a:rPr sz="115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  <a:hlinkClick r:id="rId1"/>
              </a:rPr>
              <a:t>ple.com</a:t>
            </a:r>
            <a:endParaRPr sz="115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78" name="Picture 77" descr="cineconf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" y="191770"/>
            <a:ext cx="870585" cy="1021080"/>
          </a:xfrm>
          <a:prstGeom prst="rect">
            <a:avLst/>
          </a:prstGeom>
        </p:spPr>
      </p:pic>
      <p:pic>
        <p:nvPicPr>
          <p:cNvPr id="4" name="Picture 3" descr="amygdala-ai-india-wb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6165" y="11223625"/>
            <a:ext cx="3347085" cy="862330"/>
          </a:xfrm>
          <a:prstGeom prst="rect">
            <a:avLst/>
          </a:prstGeom>
        </p:spPr>
      </p:pic>
      <p:pic>
        <p:nvPicPr>
          <p:cNvPr id="6" name="Picture 5" descr="sce-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1370" y="191770"/>
            <a:ext cx="3700780" cy="100520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7117</Words>
  <Application>WPS Presentation</Application>
  <PresentationFormat>On-screen Show (4:3)</PresentationFormat>
  <Paragraphs>129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Trebuchet MS</vt:lpstr>
      <vt:lpstr>Tahoma</vt:lpstr>
      <vt:lpstr>Cambria</vt:lpstr>
      <vt:lpstr>Arial MT</vt:lpstr>
      <vt:lpstr>Calibri</vt:lpstr>
      <vt:lpstr>Georgia</vt:lpstr>
      <vt:lpstr>Segoe UI Symbol</vt:lpstr>
      <vt:lpstr>Microsoft YaHei</vt:lpstr>
      <vt:lpstr>Arial Unicode MS</vt:lpstr>
      <vt:lpstr>Office Theme</vt:lpstr>
      <vt:lpstr>Some fancy title: followed by some more text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fancy title: followed by some more text</dc:title>
  <dc:creator>Alyssa P. Hacker , Ben Bitdiddle , Lem E. Tweakit </dc:creator>
  <cp:lastModifiedBy>rajdeep chatterjee</cp:lastModifiedBy>
  <cp:revision>4</cp:revision>
  <dcterms:created xsi:type="dcterms:W3CDTF">2026-01-17T17:10:00Z</dcterms:created>
  <dcterms:modified xsi:type="dcterms:W3CDTF">2026-01-19T10:16:12Z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2024-11-24T11:00:00Z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2026-01-17T11:00:00Z</vt:filetime>
  </property>
  <property fmtid="{D5CDD505-2E9C-101B-9397-08002B2CF9AE}" pid="5" name="PTEX.FullBanner">
    <vt:lpwstr>This is LuaHBTeX, Version 1.18.0 (TeX Live 2024)</vt:lpwstr>
  </property>
  <property fmtid="{D5CDD505-2E9C-101B-9397-08002B2CF9AE}" pid="6" name="Producer">
    <vt:lpwstr>LuaTeX-1.18.0</vt:lpwstr>
  </property>
  <property fmtid="{D5CDD505-2E9C-101B-9397-08002B2CF9AE}" pid="7" name="ICV">
    <vt:lpwstr>79053C29279B449D8C555BA7E03C8F9F_12</vt:lpwstr>
  </property>
  <property fmtid="{D5CDD505-2E9C-101B-9397-08002B2CF9AE}" pid="8" name="KSOProductBuildVer">
    <vt:lpwstr>1033-12.2.0.23155</vt:lpwstr>
  </property>
</Properties>
</file>